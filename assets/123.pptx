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2" r:id="rId5"/>
  </p:sldMasterIdLst>
  <p:notesMasterIdLst>
    <p:notesMasterId r:id="rId14"/>
  </p:notesMasterIdLst>
  <p:sldIdLst>
    <p:sldId id="358" r:id="rId6"/>
    <p:sldId id="348" r:id="rId7"/>
    <p:sldId id="355" r:id="rId8"/>
    <p:sldId id="356" r:id="rId9"/>
    <p:sldId id="357" r:id="rId10"/>
    <p:sldId id="353" r:id="rId11"/>
    <p:sldId id="271" r:id="rId12"/>
    <p:sldId id="351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C81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CBA57E-CE1A-449F-B3CB-E565C8A10B77}" v="15" dt="2021-09-11T13:46:58.3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875" autoAdjust="0"/>
  </p:normalViewPr>
  <p:slideViewPr>
    <p:cSldViewPr snapToGrid="0" showGuides="1">
      <p:cViewPr varScale="1">
        <p:scale>
          <a:sx n="75" d="100"/>
          <a:sy n="75" d="100"/>
        </p:scale>
        <p:origin x="173" y="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6DBD4-ADCF-44C3-AD2E-C51ED1FA9D41}" type="datetimeFigureOut">
              <a:rPr lang="zh-CN" altLang="en-US" smtClean="0"/>
              <a:t>2022/2/13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F670AD-20E1-455B-B039-8E521CE76B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4166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998E78-DF83-43D2-A6C4-AEB0A30621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FD15608-0817-4A14-A794-6B149FF09F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0D2F01-9F7F-475F-BDE4-747D8B6BC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B2A4B-02CB-4E2A-8EDB-7EA04232FFC5}" type="datetimeFigureOut">
              <a:rPr lang="zh-CN" altLang="en-US" smtClean="0"/>
              <a:t>2022/2/13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6F17F7-B0BA-47E7-9227-F780E65B5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A9BC68-9653-47F3-85DC-355D6D762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893A8-A524-4523-AE02-7102D60177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1048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CEBB5A-90CB-4912-9C07-DA99748FF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7A2AA67-76A8-4265-BDC3-52496F262E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D33B8E4-C87B-4A01-9A46-EA2AAEA97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B2A4B-02CB-4E2A-8EDB-7EA04232FFC5}" type="datetimeFigureOut">
              <a:rPr lang="zh-CN" altLang="en-US" smtClean="0"/>
              <a:t>2022/2/13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BF8C87-D461-461C-9E53-AF10E2E2D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9A22E9-ED6E-4A01-889D-6B3F99342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893A8-A524-4523-AE02-7102D60177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8291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720294-11B9-4252-9434-D009078DF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C7F5673-2A18-47B0-B5D7-565E4D3B47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B3FBB58-0450-46C9-947E-E6FD2F3CF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B2A4B-02CB-4E2A-8EDB-7EA04232FFC5}" type="datetimeFigureOut">
              <a:rPr lang="zh-CN" altLang="en-US" smtClean="0"/>
              <a:t>2022/2/13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E02805-7DE5-4691-B28F-F76BADB3A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EF8FFC6-1FD4-4C9B-A9BD-BF977681D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893A8-A524-4523-AE02-7102D60177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9338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CDBA5E-E325-4FF3-82F9-111856673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882057-CC88-4378-89F9-D231BFEEEA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810D791-238B-42C4-83DA-E7940F6A29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715885E-E7D2-4B3C-A822-474480443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B2A4B-02CB-4E2A-8EDB-7EA04232FFC5}" type="datetimeFigureOut">
              <a:rPr lang="zh-CN" altLang="en-US" smtClean="0"/>
              <a:t>2022/2/13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9575E4F-252A-4E2E-A486-817884EDB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D659BBC-069B-4758-8BAD-5B9BB6930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893A8-A524-4523-AE02-7102D60177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3332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589D83-D74F-442E-A053-89AAD66B8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EA112F0-50E8-4749-B463-A452E3CF75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104D4BD-722B-445E-8244-A4D2468DF5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2B2B5DE-CF4C-41D9-ACF3-8F28D24131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438DD23-CB27-4083-9883-FF16111B20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7567016-68F9-4052-89D2-DF1C2845A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B2A4B-02CB-4E2A-8EDB-7EA04232FFC5}" type="datetimeFigureOut">
              <a:rPr lang="zh-CN" altLang="en-US" smtClean="0"/>
              <a:t>2022/2/13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CE420B3-08DA-4A00-BEC3-2CBF0B13F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A5975A3-347A-48E3-BA31-80A898ABE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893A8-A524-4523-AE02-7102D60177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6836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48379D-A3F4-40D1-9780-3F8A9CC60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D270EE5-9028-4625-A7DD-0F64AF59A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B2A4B-02CB-4E2A-8EDB-7EA04232FFC5}" type="datetimeFigureOut">
              <a:rPr lang="zh-CN" altLang="en-US" smtClean="0"/>
              <a:t>2022/2/13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31BA216-37AC-45CC-84F4-2DC7137FB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A38348F-AE71-4D16-896B-B6B20760D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893A8-A524-4523-AE02-7102D60177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7366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1E1EF1A-0CB6-4888-B813-87FDDD70B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B2A4B-02CB-4E2A-8EDB-7EA04232FFC5}" type="datetimeFigureOut">
              <a:rPr lang="zh-CN" altLang="en-US" smtClean="0"/>
              <a:t>2022/2/13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297ED5E-8679-4D2E-A66F-F40C8CA95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E714190-A5B4-4A62-9C22-091A2078F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893A8-A524-4523-AE02-7102D60177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7617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FAAB51-24FF-4A64-B221-C10AE63D3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A8EB58-3378-4C74-AD0D-2265FF5FF4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2A6588F-5DCB-49A2-8E0B-F81A62DD48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48666EA-6204-439D-9DF2-8C75D9DB1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B2A4B-02CB-4E2A-8EDB-7EA04232FFC5}" type="datetimeFigureOut">
              <a:rPr lang="zh-CN" altLang="en-US" smtClean="0"/>
              <a:t>2022/2/13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0D0F2D3-8D32-455A-8F24-5BFF9277F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BCC7DD-5B01-4FDA-8309-B87B5097F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893A8-A524-4523-AE02-7102D60177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8399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A0C4B3-1A65-4580-85EC-B8F713C68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F8BF2DD-E56F-4131-9811-58220FC8A2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8B44C3B-F42C-48FB-A15E-066F298C6B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5BBC701-E084-4A42-AE41-A07183564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B2A4B-02CB-4E2A-8EDB-7EA04232FFC5}" type="datetimeFigureOut">
              <a:rPr lang="zh-CN" altLang="en-US" smtClean="0"/>
              <a:t>2022/2/13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AA02082-0FEE-45BB-99AA-E3B3244F5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7F715D9-6AA0-459B-8E22-CEE1E9EFD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893A8-A524-4523-AE02-7102D60177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1227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7AB6E6-976F-4271-8923-EF2860AA0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8D143BF-3CDD-42B2-88FC-62CAD6A57E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465A5F-721C-4AAE-9182-C20BEF49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B2A4B-02CB-4E2A-8EDB-7EA04232FFC5}" type="datetimeFigureOut">
              <a:rPr lang="zh-CN" altLang="en-US" smtClean="0"/>
              <a:t>2022/2/13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7F1FABF-3716-434E-9F5F-E34098987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473F0D-75ED-4AEE-ADA4-5E59C8030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893A8-A524-4523-AE02-7102D60177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4005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5CF20E7-7163-423D-8841-6D858E3A4C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2E19A48-027C-407B-AD31-5B100ED559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86A5DF-2A5B-466A-97B1-059DF1D17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B2A4B-02CB-4E2A-8EDB-7EA04232FFC5}" type="datetimeFigureOut">
              <a:rPr lang="zh-CN" altLang="en-US" smtClean="0"/>
              <a:t>2022/2/13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9C4F01F-15BD-4431-83E1-B7E11CCD2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1E742A-24A4-4B79-9FD1-246016F73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893A8-A524-4523-AE02-7102D60177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6652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998E78-DF83-43D2-A6C4-AEB0A30621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FD15608-0817-4A14-A794-6B149FF09F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0D2F01-9F7F-475F-BDE4-747D8B6BC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B2A4B-02CB-4E2A-8EDB-7EA04232FFC5}" type="datetimeFigureOut">
              <a:rPr lang="zh-CN" altLang="en-US" smtClean="0"/>
              <a:t>2022/2/13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6F17F7-B0BA-47E7-9227-F780E65B5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A9BC68-9653-47F3-85DC-355D6D762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893A8-A524-4523-AE02-7102D60177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9214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CEBB5A-90CB-4912-9C07-DA99748FF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7A2AA67-76A8-4265-BDC3-52496F262E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D33B8E4-C87B-4A01-9A46-EA2AAEA97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B2A4B-02CB-4E2A-8EDB-7EA04232FFC5}" type="datetimeFigureOut">
              <a:rPr lang="zh-CN" altLang="en-US" smtClean="0"/>
              <a:t>2022/2/13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BF8C87-D461-461C-9E53-AF10E2E2D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9A22E9-ED6E-4A01-889D-6B3F99342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893A8-A524-4523-AE02-7102D60177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0600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720294-11B9-4252-9434-D009078DF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C7F5673-2A18-47B0-B5D7-565E4D3B47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B3FBB58-0450-46C9-947E-E6FD2F3CF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B2A4B-02CB-4E2A-8EDB-7EA04232FFC5}" type="datetimeFigureOut">
              <a:rPr lang="zh-CN" altLang="en-US" smtClean="0"/>
              <a:t>2022/2/13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E02805-7DE5-4691-B28F-F76BADB3A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EF8FFC6-1FD4-4C9B-A9BD-BF977681D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893A8-A524-4523-AE02-7102D60177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11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CDBA5E-E325-4FF3-82F9-111856673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882057-CC88-4378-89F9-D231BFEEEA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810D791-238B-42C4-83DA-E7940F6A29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715885E-E7D2-4B3C-A822-474480443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B2A4B-02CB-4E2A-8EDB-7EA04232FFC5}" type="datetimeFigureOut">
              <a:rPr lang="zh-CN" altLang="en-US" smtClean="0"/>
              <a:t>2022/2/13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9575E4F-252A-4E2E-A486-817884EDB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D659BBC-069B-4758-8BAD-5B9BB6930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893A8-A524-4523-AE02-7102D60177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8088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589D83-D74F-442E-A053-89AAD66B8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EA112F0-50E8-4749-B463-A452E3CF75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104D4BD-722B-445E-8244-A4D2468DF5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2B2B5DE-CF4C-41D9-ACF3-8F28D24131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438DD23-CB27-4083-9883-FF16111B20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7567016-68F9-4052-89D2-DF1C2845A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B2A4B-02CB-4E2A-8EDB-7EA04232FFC5}" type="datetimeFigureOut">
              <a:rPr lang="zh-CN" altLang="en-US" smtClean="0"/>
              <a:t>2022/2/13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CE420B3-08DA-4A00-BEC3-2CBF0B13F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A5975A3-347A-48E3-BA31-80A898ABE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893A8-A524-4523-AE02-7102D60177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5822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48379D-A3F4-40D1-9780-3F8A9CC60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D270EE5-9028-4625-A7DD-0F64AF59A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B2A4B-02CB-4E2A-8EDB-7EA04232FFC5}" type="datetimeFigureOut">
              <a:rPr lang="zh-CN" altLang="en-US" smtClean="0"/>
              <a:t>2022/2/13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31BA216-37AC-45CC-84F4-2DC7137FB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A38348F-AE71-4D16-896B-B6B20760D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893A8-A524-4523-AE02-7102D60177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871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1E1EF1A-0CB6-4888-B813-87FDDD70B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B2A4B-02CB-4E2A-8EDB-7EA04232FFC5}" type="datetimeFigureOut">
              <a:rPr lang="zh-CN" altLang="en-US" smtClean="0"/>
              <a:t>2022/2/13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297ED5E-8679-4D2E-A66F-F40C8CA95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E714190-A5B4-4A62-9C22-091A2078F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893A8-A524-4523-AE02-7102D60177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1726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FAAB51-24FF-4A64-B221-C10AE63D3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A8EB58-3378-4C74-AD0D-2265FF5FF4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2A6588F-5DCB-49A2-8E0B-F81A62DD48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48666EA-6204-439D-9DF2-8C75D9DB1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B2A4B-02CB-4E2A-8EDB-7EA04232FFC5}" type="datetimeFigureOut">
              <a:rPr lang="zh-CN" altLang="en-US" smtClean="0"/>
              <a:t>2022/2/13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0D0F2D3-8D32-455A-8F24-5BFF9277F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BCC7DD-5B01-4FDA-8309-B87B5097F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893A8-A524-4523-AE02-7102D60177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3869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A0C4B3-1A65-4580-85EC-B8F713C68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F8BF2DD-E56F-4131-9811-58220FC8A2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8B44C3B-F42C-48FB-A15E-066F298C6B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5BBC701-E084-4A42-AE41-A07183564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B2A4B-02CB-4E2A-8EDB-7EA04232FFC5}" type="datetimeFigureOut">
              <a:rPr lang="zh-CN" altLang="en-US" smtClean="0"/>
              <a:t>2022/2/13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AA02082-0FEE-45BB-99AA-E3B3244F5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7F715D9-6AA0-459B-8E22-CEE1E9EFD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893A8-A524-4523-AE02-7102D60177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0572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7AB6E6-976F-4271-8923-EF2860AA0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8D143BF-3CDD-42B2-88FC-62CAD6A57E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465A5F-721C-4AAE-9182-C20BEF49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B2A4B-02CB-4E2A-8EDB-7EA04232FFC5}" type="datetimeFigureOut">
              <a:rPr lang="zh-CN" altLang="en-US" smtClean="0"/>
              <a:t>2022/2/13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7F1FABF-3716-434E-9F5F-E34098987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473F0D-75ED-4AEE-ADA4-5E59C8030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893A8-A524-4523-AE02-7102D60177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7996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5CF20E7-7163-423D-8841-6D858E3A4C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2E19A48-027C-407B-AD31-5B100ED559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86A5DF-2A5B-466A-97B1-059DF1D17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B2A4B-02CB-4E2A-8EDB-7EA04232FFC5}" type="datetimeFigureOut">
              <a:rPr lang="zh-CN" altLang="en-US" smtClean="0"/>
              <a:t>2022/2/13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9C4F01F-15BD-4431-83E1-B7E11CCD2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1E742A-24A4-4B79-9FD1-246016F73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9893A8-A524-4523-AE02-7102D60177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850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10000"/>
                <a:lumOff val="90000"/>
                <a:alpha val="0"/>
              </a:schemeClr>
            </a:gs>
            <a:gs pos="100000">
              <a:schemeClr val="accent1">
                <a:lumMod val="15000"/>
                <a:lumOff val="85000"/>
              </a:scheme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58D6592-6C47-44EA-9A07-9F3F19022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D2740A3-FA66-40C7-9695-50DFEA84A4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9B4FBD-17B3-474F-812A-CD670D16E3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AB2A4B-02CB-4E2A-8EDB-7EA04232FFC5}" type="datetimeFigureOut">
              <a:rPr lang="zh-CN" altLang="en-US" smtClean="0"/>
              <a:t>2022/2/13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BF6CA26-5A88-4DA5-A460-5BF76E9BFB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9FC70A-F85B-444F-9ED9-50814BAC1F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9893A8-A524-4523-AE02-7102D60177F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页面-上">
            <a:extLst>
              <a:ext uri="{FF2B5EF4-FFF2-40B4-BE49-F238E27FC236}">
                <a16:creationId xmlns:a16="http://schemas.microsoft.com/office/drawing/2014/main" id="{29494DAA-566C-4F1B-9064-B18913C56D06}"/>
              </a:ext>
            </a:extLst>
          </p:cNvPr>
          <p:cNvSpPr/>
          <p:nvPr/>
        </p:nvSpPr>
        <p:spPr>
          <a:xfrm>
            <a:off x="5778500" y="-22860000"/>
            <a:ext cx="635000" cy="635000"/>
          </a:xfrm>
          <a:prstGeom prst="ellipse">
            <a:avLst/>
          </a:prstGeom>
          <a:noFill/>
          <a:ln>
            <a:noFill/>
          </a:ln>
          <a:effectLst>
            <a:outerShdw blurRad="508000" dist="127000" dir="2700000" sx="95000" sy="95000" algn="tl" rotWithShape="0">
              <a:schemeClr val="accent1">
                <a:lumMod val="50000"/>
                <a:alpha val="2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gradFill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path path="circle">
                    <a:fillToRect r="100000" b="100000"/>
                  </a:path>
                </a:gra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页面-下">
            <a:extLst>
              <a:ext uri="{FF2B5EF4-FFF2-40B4-BE49-F238E27FC236}">
                <a16:creationId xmlns:a16="http://schemas.microsoft.com/office/drawing/2014/main" id="{68BAD5F8-91EB-407B-A518-C06DDBB37810}"/>
              </a:ext>
            </a:extLst>
          </p:cNvPr>
          <p:cNvSpPr/>
          <p:nvPr/>
        </p:nvSpPr>
        <p:spPr>
          <a:xfrm>
            <a:off x="5778500" y="22860000"/>
            <a:ext cx="635000" cy="635000"/>
          </a:xfrm>
          <a:prstGeom prst="ellipse">
            <a:avLst/>
          </a:prstGeom>
          <a:noFill/>
          <a:ln>
            <a:noFill/>
          </a:ln>
          <a:effectLst>
            <a:outerShdw blurRad="508000" dist="127000" dir="2700000" sx="95000" sy="95000" algn="tl" rotWithShape="0">
              <a:schemeClr val="accent1">
                <a:lumMod val="50000"/>
                <a:alpha val="2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gradFill flip="none" rotWithShape="1">
                  <a:gsLst>
                    <a:gs pos="0">
                      <a:srgbClr val="FF0000"/>
                    </a:gs>
                    <a:gs pos="100000">
                      <a:schemeClr val="accent1"/>
                    </a:gs>
                  </a:gsLst>
                  <a:path path="circle">
                    <a:fillToRect r="100000" b="100000"/>
                  </a:path>
                  <a:tileRect/>
                </a:gra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9491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10000"/>
                <a:lumOff val="90000"/>
              </a:schemeClr>
            </a:gs>
            <a:gs pos="100000">
              <a:schemeClr val="accent1">
                <a:lumMod val="15000"/>
                <a:lumOff val="85000"/>
              </a:scheme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58D6592-6C47-44EA-9A07-9F3F19022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D2740A3-FA66-40C7-9695-50DFEA84A4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9B4FBD-17B3-474F-812A-CD670D16E3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AB2A4B-02CB-4E2A-8EDB-7EA04232FFC5}" type="datetimeFigureOut">
              <a:rPr lang="zh-CN" altLang="en-US" smtClean="0"/>
              <a:t>2022/2/13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BF6CA26-5A88-4DA5-A460-5BF76E9BFB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9FC70A-F85B-444F-9ED9-50814BAC1F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9893A8-A524-4523-AE02-7102D60177F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页面-上">
            <a:extLst>
              <a:ext uri="{FF2B5EF4-FFF2-40B4-BE49-F238E27FC236}">
                <a16:creationId xmlns:a16="http://schemas.microsoft.com/office/drawing/2014/main" id="{29494DAA-566C-4F1B-9064-B18913C56D06}"/>
              </a:ext>
            </a:extLst>
          </p:cNvPr>
          <p:cNvSpPr/>
          <p:nvPr/>
        </p:nvSpPr>
        <p:spPr>
          <a:xfrm>
            <a:off x="5778500" y="-22860000"/>
            <a:ext cx="635000" cy="635000"/>
          </a:xfrm>
          <a:prstGeom prst="ellipse">
            <a:avLst/>
          </a:prstGeom>
          <a:noFill/>
          <a:ln>
            <a:noFill/>
          </a:ln>
          <a:effectLst>
            <a:outerShdw blurRad="508000" dist="127000" dir="2700000" sx="95000" sy="95000" algn="tl" rotWithShape="0">
              <a:schemeClr val="accent1">
                <a:lumMod val="50000"/>
                <a:alpha val="2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gradFill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path path="circle">
                    <a:fillToRect r="100000" b="100000"/>
                  </a:path>
                </a:gra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页面-下">
            <a:extLst>
              <a:ext uri="{FF2B5EF4-FFF2-40B4-BE49-F238E27FC236}">
                <a16:creationId xmlns:a16="http://schemas.microsoft.com/office/drawing/2014/main" id="{68BAD5F8-91EB-407B-A518-C06DDBB37810}"/>
              </a:ext>
            </a:extLst>
          </p:cNvPr>
          <p:cNvSpPr/>
          <p:nvPr/>
        </p:nvSpPr>
        <p:spPr>
          <a:xfrm>
            <a:off x="5778500" y="22860000"/>
            <a:ext cx="635000" cy="635000"/>
          </a:xfrm>
          <a:prstGeom prst="ellipse">
            <a:avLst/>
          </a:prstGeom>
          <a:noFill/>
          <a:ln>
            <a:noFill/>
          </a:ln>
          <a:effectLst>
            <a:outerShdw blurRad="508000" dist="127000" dir="2700000" sx="95000" sy="95000" algn="tl" rotWithShape="0">
              <a:schemeClr val="accent1">
                <a:lumMod val="50000"/>
                <a:alpha val="2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gradFill flip="none" rotWithShape="1">
                  <a:gsLst>
                    <a:gs pos="0">
                      <a:srgbClr val="FF0000"/>
                    </a:gs>
                    <a:gs pos="100000">
                      <a:schemeClr val="accent1"/>
                    </a:gs>
                  </a:gsLst>
                  <a:path path="circle">
                    <a:fillToRect r="100000" b="100000"/>
                  </a:path>
                  <a:tileRect/>
                </a:gra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7658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>
            <a:extLst>
              <a:ext uri="{FF2B5EF4-FFF2-40B4-BE49-F238E27FC236}">
                <a16:creationId xmlns:a16="http://schemas.microsoft.com/office/drawing/2014/main" id="{8BE7A5AC-3AA1-41CE-829A-1950F80762A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8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03283" y="5427718"/>
            <a:ext cx="863320" cy="86332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A9939606-827F-491A-9CBA-14A22C9EC27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4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73084" y="-537231"/>
            <a:ext cx="1638206" cy="1638206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71A6D32A-818C-42D5-91CD-FBC0CBE86A4D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6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5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05955" y="156432"/>
            <a:ext cx="1139257" cy="1139257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5F5A80D3-C816-4850-AA4E-EA3E34F1C1CA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7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7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881960" y="4225921"/>
            <a:ext cx="3172089" cy="3172089"/>
          </a:xfrm>
          <a:prstGeom prst="rect">
            <a:avLst/>
          </a:prstGeom>
        </p:spPr>
      </p:pic>
      <p:sp>
        <p:nvSpPr>
          <p:cNvPr id="7" name="椭圆 6">
            <a:extLst>
              <a:ext uri="{FF2B5EF4-FFF2-40B4-BE49-F238E27FC236}">
                <a16:creationId xmlns:a16="http://schemas.microsoft.com/office/drawing/2014/main" id="{319C0B63-123D-46B4-BE3C-3F5DCE123F47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1751215" y="-915785"/>
            <a:ext cx="8689570" cy="8689570"/>
          </a:xfrm>
          <a:prstGeom prst="ellipse">
            <a:avLst/>
          </a:prstGeom>
          <a:gradFill>
            <a:gsLst>
              <a:gs pos="0">
                <a:schemeClr val="accent1">
                  <a:lumMod val="80000"/>
                  <a:lumOff val="20000"/>
                </a:schemeClr>
              </a:gs>
              <a:gs pos="100000">
                <a:schemeClr val="accent1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508000" dist="127000" dir="2700000" sx="98000" sy="98000" algn="tl" rotWithShape="0">
              <a:schemeClr val="accent1">
                <a:lumMod val="50000"/>
                <a:alpha val="2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F5C8F20-74B8-4D00-A8F7-E82CCB2DC704}"/>
              </a:ext>
            </a:extLst>
          </p:cNvPr>
          <p:cNvSpPr txBox="1"/>
          <p:nvPr/>
        </p:nvSpPr>
        <p:spPr>
          <a:xfrm>
            <a:off x="4633901" y="4025866"/>
            <a:ext cx="292419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HarmonyOS Sans SC Medium" panose="00000600000000000000" pitchFamily="2" charset="-122"/>
                <a:ea typeface="HarmonyOS Sans SC Medium" panose="00000600000000000000" pitchFamily="2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900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Copyright © 2004-2022 </a:t>
            </a:r>
            <a:r>
              <a:rPr lang="en-US" altLang="zh-CN" sz="9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Wanghao</a:t>
            </a:r>
            <a:r>
              <a:rPr lang="en-US" altLang="zh-CN" sz="900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 All rights reserved.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armonyOS Sans SC Medium" panose="00000600000000000000" pitchFamily="2" charset="-122"/>
              <a:ea typeface="HarmonyOS Sans SC Medium" panose="00000600000000000000" pitchFamily="2" charset="-122"/>
              <a:cs typeface="+mn-cs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83C40F8-8C34-4E6B-94B1-4B96450B06BB}"/>
              </a:ext>
            </a:extLst>
          </p:cNvPr>
          <p:cNvCxnSpPr>
            <a:cxnSpLocks/>
          </p:cNvCxnSpPr>
          <p:nvPr/>
        </p:nvCxnSpPr>
        <p:spPr>
          <a:xfrm>
            <a:off x="3672844" y="3749039"/>
            <a:ext cx="484632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图片 16">
            <a:extLst>
              <a:ext uri="{FF2B5EF4-FFF2-40B4-BE49-F238E27FC236}">
                <a16:creationId xmlns:a16="http://schemas.microsoft.com/office/drawing/2014/main" id="{4103D10E-82F7-4715-A7F1-D18DCDE70CCD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5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58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569629" y="2694422"/>
            <a:ext cx="1139257" cy="1139257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0BE47A41-93E4-4C13-B912-79B7A60E86B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8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862192" y="2400731"/>
            <a:ext cx="863320" cy="86332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5FDFCA5F-E827-450D-8229-4ADE8B494828}"/>
              </a:ext>
            </a:extLst>
          </p:cNvPr>
          <p:cNvSpPr txBox="1"/>
          <p:nvPr/>
        </p:nvSpPr>
        <p:spPr>
          <a:xfrm>
            <a:off x="5379736" y="5287347"/>
            <a:ext cx="1432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rmonyOS Sans Black" panose="00000A00000000000000" pitchFamily="2" charset="0"/>
                <a:ea typeface="+mn-ea"/>
                <a:cs typeface="+mn-cs"/>
              </a:rPr>
              <a:t>2022.3.3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663FA1E-9410-4FC4-A42A-CF3A89E2FDAF}"/>
              </a:ext>
            </a:extLst>
          </p:cNvPr>
          <p:cNvSpPr txBox="1"/>
          <p:nvPr/>
        </p:nvSpPr>
        <p:spPr>
          <a:xfrm>
            <a:off x="2411290" y="2559349"/>
            <a:ext cx="785031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开心万岁，未来可期</a:t>
            </a:r>
          </a:p>
        </p:txBody>
      </p:sp>
    </p:spTree>
    <p:extLst>
      <p:ext uri="{BB962C8B-B14F-4D97-AF65-F5344CB8AC3E}">
        <p14:creationId xmlns:p14="http://schemas.microsoft.com/office/powerpoint/2010/main" val="33124319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4">
            <a:extLst>
              <a:ext uri="{FF2B5EF4-FFF2-40B4-BE49-F238E27FC236}">
                <a16:creationId xmlns:a16="http://schemas.microsoft.com/office/drawing/2014/main" id="{D24F30AD-9035-4213-8DA0-7EC9C78C8CFE}"/>
              </a:ext>
            </a:extLst>
          </p:cNvPr>
          <p:cNvSpPr/>
          <p:nvPr/>
        </p:nvSpPr>
        <p:spPr>
          <a:xfrm>
            <a:off x="1418686" y="1774114"/>
            <a:ext cx="10058400" cy="4415998"/>
          </a:xfrm>
          <a:prstGeom prst="roundRect">
            <a:avLst>
              <a:gd name="adj" fmla="val 2317"/>
            </a:avLst>
          </a:prstGeom>
          <a:solidFill>
            <a:schemeClr val="lt1"/>
          </a:solidFill>
          <a:ln>
            <a:noFill/>
          </a:ln>
          <a:effectLst>
            <a:outerShdw blurRad="508000" dist="127000" dir="2700000" sx="95000" sy="95000" algn="tl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3600" b="1" spc="75" dirty="0">
                <a:solidFill>
                  <a:schemeClr val="tx2"/>
                </a:solidFill>
                <a:effectLst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endParaRPr lang="en-US" sz="3600" b="1" dirty="0">
              <a:solidFill>
                <a:schemeClr val="tx2"/>
              </a:solidFill>
              <a:effectLst/>
              <a:latin typeface="Tahoma" panose="020B060403050404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7BA258B3-0BC8-4361-9694-C96057BBED5D}"/>
              </a:ext>
            </a:extLst>
          </p:cNvPr>
          <p:cNvSpPr/>
          <p:nvPr/>
        </p:nvSpPr>
        <p:spPr>
          <a:xfrm>
            <a:off x="0" y="0"/>
            <a:ext cx="809497" cy="6858001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>
                  <a:lumMod val="80000"/>
                  <a:lumOff val="20000"/>
                </a:schemeClr>
              </a:gs>
              <a:gs pos="100000">
                <a:schemeClr val="accent1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508000" dist="127000" dir="2700000" sx="98000" sy="98000" algn="tl" rotWithShape="0">
              <a:schemeClr val="accent1">
                <a:lumMod val="50000"/>
                <a:alpha val="2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83A61FE-5C12-4071-AEB2-8B6548C3DCD2}"/>
              </a:ext>
            </a:extLst>
          </p:cNvPr>
          <p:cNvSpPr txBox="1"/>
          <p:nvPr/>
        </p:nvSpPr>
        <p:spPr>
          <a:xfrm>
            <a:off x="1418686" y="715803"/>
            <a:ext cx="1569660" cy="923330"/>
          </a:xfrm>
          <a:prstGeom prst="rect">
            <a:avLst/>
          </a:prstGeom>
          <a:noFill/>
          <a:effectLst>
            <a:outerShdw blurRad="381000" dist="127000" dir="2700000" sx="98000" sy="98000" algn="tl" rotWithShape="0">
              <a:schemeClr val="accent1">
                <a:lumMod val="50000"/>
                <a:alpha val="28000"/>
              </a:schemeClr>
            </a:outerShdw>
          </a:effectLst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5400">
                <a:gradFill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>
                        <a:lumMod val="98000"/>
                        <a:lumOff val="2000"/>
                      </a:schemeClr>
                    </a:gs>
                  </a:gsLst>
                  <a:path path="circle">
                    <a:fillToRect r="100000" b="100000"/>
                  </a:path>
                </a:gradFill>
                <a:latin typeface="思源宋体 Heavy" panose="02020900000000000000" pitchFamily="18" charset="-122"/>
                <a:ea typeface="思源宋体 Heavy" panose="02020900000000000000" pitchFamily="18" charset="-122"/>
              </a:defRPr>
            </a:lvl1pPr>
          </a:lstStyle>
          <a:p>
            <a:r>
              <a:rPr lang="zh-CN" altLang="en-US" dirty="0"/>
              <a:t>文案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B668B24-50F9-45F4-8F02-9A0790DF950A}"/>
              </a:ext>
            </a:extLst>
          </p:cNvPr>
          <p:cNvSpPr txBox="1"/>
          <p:nvPr/>
        </p:nvSpPr>
        <p:spPr>
          <a:xfrm rot="16200000">
            <a:off x="-2170892" y="3089888"/>
            <a:ext cx="5426394" cy="678224"/>
          </a:xfrm>
          <a:prstGeom prst="rect">
            <a:avLst/>
          </a:prstGeom>
          <a:noFill/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z="8000" dirty="0">
                <a:gradFill flip="none" rotWithShape="1">
                  <a:gsLst>
                    <a:gs pos="0">
                      <a:schemeClr val="accent1">
                        <a:lumMod val="5000"/>
                        <a:lumOff val="95000"/>
                        <a:alpha val="20000"/>
                      </a:schemeClr>
                    </a:gs>
                    <a:gs pos="100000">
                      <a:schemeClr val="accent1">
                        <a:lumMod val="12000"/>
                        <a:lumOff val="88000"/>
                        <a:alpha val="0"/>
                      </a:schemeClr>
                    </a:gs>
                  </a:gsLst>
                  <a:lin ang="5400000" scaled="1"/>
                  <a:tileRect/>
                </a:gradFill>
                <a:latin typeface="HarmonyOS Sans Black" panose="00000A00000000000000" pitchFamily="2" charset="0"/>
              </a:rPr>
              <a:t>WISHES</a:t>
            </a:r>
            <a:endParaRPr lang="zh-CN" altLang="en-US" sz="8000" dirty="0">
              <a:gradFill flip="none" rotWithShape="1">
                <a:gsLst>
                  <a:gs pos="0">
                    <a:schemeClr val="accent1">
                      <a:lumMod val="5000"/>
                      <a:lumOff val="95000"/>
                      <a:alpha val="20000"/>
                    </a:schemeClr>
                  </a:gs>
                  <a:gs pos="100000">
                    <a:schemeClr val="accent1">
                      <a:lumMod val="12000"/>
                      <a:lumOff val="88000"/>
                      <a:alpha val="0"/>
                    </a:schemeClr>
                  </a:gs>
                </a:gsLst>
                <a:lin ang="5400000" scaled="1"/>
                <a:tileRect/>
              </a:gradFill>
              <a:latin typeface="HarmonyOS Sans Black" panose="00000A00000000000000" pitchFamily="2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E9C3144-CBC5-4B05-AD3C-E194EF0AB586}"/>
              </a:ext>
            </a:extLst>
          </p:cNvPr>
          <p:cNvSpPr txBox="1"/>
          <p:nvPr/>
        </p:nvSpPr>
        <p:spPr>
          <a:xfrm>
            <a:off x="2404069" y="667888"/>
            <a:ext cx="2062035" cy="836837"/>
          </a:xfrm>
          <a:prstGeom prst="rect">
            <a:avLst/>
          </a:prstGeom>
          <a:noFill/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z="8000" dirty="0">
                <a:gradFill flip="none" rotWithShape="1">
                  <a:gsLst>
                    <a:gs pos="100000">
                      <a:schemeClr val="accent1">
                        <a:alpha val="10000"/>
                      </a:schemeClr>
                    </a:gs>
                    <a:gs pos="0">
                      <a:schemeClr val="accent1">
                        <a:alpha val="0"/>
                      </a:scheme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HarmonyOS Sans Black" panose="00000A00000000000000" pitchFamily="2" charset="0"/>
              </a:rPr>
              <a:t>01</a:t>
            </a:r>
            <a:endParaRPr lang="zh-CN" altLang="en-US" sz="8000" dirty="0">
              <a:gradFill flip="none" rotWithShape="1">
                <a:gsLst>
                  <a:gs pos="100000">
                    <a:schemeClr val="accent1">
                      <a:alpha val="10000"/>
                    </a:schemeClr>
                  </a:gs>
                  <a:gs pos="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atin typeface="HarmonyOS Sans Black" panose="00000A00000000000000" pitchFamily="2" charset="0"/>
            </a:endParaRPr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B7692903-F87D-4F4C-8BA8-F3F18B8EA961}"/>
              </a:ext>
            </a:extLst>
          </p:cNvPr>
          <p:cNvSpPr txBox="1">
            <a:spLocks noChangeAspect="1"/>
          </p:cNvSpPr>
          <p:nvPr>
            <p:custDataLst>
              <p:tags r:id="rId1"/>
            </p:custDataLst>
          </p:nvPr>
        </p:nvSpPr>
        <p:spPr>
          <a:xfrm>
            <a:off x="1921038" y="2185005"/>
            <a:ext cx="1514048" cy="1243994"/>
          </a:xfrm>
          <a:custGeom>
            <a:avLst/>
            <a:gdLst/>
            <a:ahLst/>
            <a:cxnLst/>
            <a:rect l="l" t="t" r="r" b="b"/>
            <a:pathLst>
              <a:path w="1514048" h="1243994">
                <a:moveTo>
                  <a:pt x="1441086" y="0"/>
                </a:moveTo>
                <a:lnTo>
                  <a:pt x="1514048" y="120387"/>
                </a:lnTo>
                <a:cubicBezTo>
                  <a:pt x="1384693" y="186280"/>
                  <a:pt x="1286803" y="262434"/>
                  <a:pt x="1220378" y="348848"/>
                </a:cubicBezTo>
                <a:cubicBezTo>
                  <a:pt x="1153952" y="435261"/>
                  <a:pt x="1118080" y="508679"/>
                  <a:pt x="1112760" y="569100"/>
                </a:cubicBezTo>
                <a:cubicBezTo>
                  <a:pt x="1197197" y="587265"/>
                  <a:pt x="1280039" y="625721"/>
                  <a:pt x="1361284" y="684471"/>
                </a:cubicBezTo>
                <a:cubicBezTo>
                  <a:pt x="1442530" y="743220"/>
                  <a:pt x="1486155" y="833662"/>
                  <a:pt x="1492159" y="955796"/>
                </a:cubicBezTo>
                <a:cubicBezTo>
                  <a:pt x="1490259" y="1041222"/>
                  <a:pt x="1460314" y="1110231"/>
                  <a:pt x="1402325" y="1162824"/>
                </a:cubicBezTo>
                <a:cubicBezTo>
                  <a:pt x="1344336" y="1215418"/>
                  <a:pt x="1269703" y="1242474"/>
                  <a:pt x="1178425" y="1243994"/>
                </a:cubicBezTo>
                <a:cubicBezTo>
                  <a:pt x="1088439" y="1244070"/>
                  <a:pt x="1013045" y="1212910"/>
                  <a:pt x="952244" y="1150512"/>
                </a:cubicBezTo>
                <a:cubicBezTo>
                  <a:pt x="891443" y="1088115"/>
                  <a:pt x="859826" y="994025"/>
                  <a:pt x="857394" y="868242"/>
                </a:cubicBezTo>
                <a:cubicBezTo>
                  <a:pt x="855038" y="699823"/>
                  <a:pt x="898967" y="536876"/>
                  <a:pt x="989181" y="379400"/>
                </a:cubicBezTo>
                <a:cubicBezTo>
                  <a:pt x="1079395" y="221925"/>
                  <a:pt x="1230030" y="95459"/>
                  <a:pt x="1441086" y="0"/>
                </a:cubicBezTo>
                <a:close/>
                <a:moveTo>
                  <a:pt x="587437" y="0"/>
                </a:moveTo>
                <a:lnTo>
                  <a:pt x="656750" y="120387"/>
                </a:lnTo>
                <a:cubicBezTo>
                  <a:pt x="527395" y="186280"/>
                  <a:pt x="429505" y="262434"/>
                  <a:pt x="363080" y="348848"/>
                </a:cubicBezTo>
                <a:cubicBezTo>
                  <a:pt x="296655" y="435261"/>
                  <a:pt x="260782" y="508679"/>
                  <a:pt x="255462" y="569100"/>
                </a:cubicBezTo>
                <a:cubicBezTo>
                  <a:pt x="341495" y="587265"/>
                  <a:pt x="424793" y="625721"/>
                  <a:pt x="505355" y="684471"/>
                </a:cubicBezTo>
                <a:cubicBezTo>
                  <a:pt x="585916" y="743220"/>
                  <a:pt x="629086" y="833662"/>
                  <a:pt x="634862" y="955796"/>
                </a:cubicBezTo>
                <a:cubicBezTo>
                  <a:pt x="632885" y="1041222"/>
                  <a:pt x="603093" y="1110231"/>
                  <a:pt x="545484" y="1162824"/>
                </a:cubicBezTo>
                <a:cubicBezTo>
                  <a:pt x="487874" y="1215418"/>
                  <a:pt x="414305" y="1242474"/>
                  <a:pt x="324775" y="1243994"/>
                </a:cubicBezTo>
                <a:cubicBezTo>
                  <a:pt x="233041" y="1244070"/>
                  <a:pt x="156584" y="1212910"/>
                  <a:pt x="95402" y="1150512"/>
                </a:cubicBezTo>
                <a:cubicBezTo>
                  <a:pt x="34221" y="1088115"/>
                  <a:pt x="2453" y="994025"/>
                  <a:pt x="96" y="868242"/>
                </a:cubicBezTo>
                <a:cubicBezTo>
                  <a:pt x="-2336" y="699823"/>
                  <a:pt x="41745" y="536876"/>
                  <a:pt x="132339" y="379400"/>
                </a:cubicBezTo>
                <a:cubicBezTo>
                  <a:pt x="222933" y="221925"/>
                  <a:pt x="374632" y="95459"/>
                  <a:pt x="587437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0000"/>
                  <a:lumOff val="40000"/>
                  <a:alpha val="20000"/>
                </a:schemeClr>
              </a:gs>
              <a:gs pos="100000">
                <a:schemeClr val="accent1">
                  <a:lumMod val="80000"/>
                  <a:lumOff val="20000"/>
                  <a:alpha val="0"/>
                </a:schemeClr>
              </a:gs>
            </a:gsLst>
            <a:lin ang="2700000" scaled="1"/>
            <a:tileRect/>
          </a:gradFill>
          <a:ln>
            <a:noFill/>
          </a:ln>
          <a:effectLst>
            <a:glow>
              <a:srgbClr val="000000"/>
            </a:glo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28700" dirty="0">
              <a:gradFill>
                <a:gsLst>
                  <a:gs pos="0">
                    <a:schemeClr val="accent1">
                      <a:lumMod val="60000"/>
                      <a:lumOff val="40000"/>
                      <a:alpha val="20000"/>
                    </a:schemeClr>
                  </a:gs>
                  <a:gs pos="100000">
                    <a:schemeClr val="accent1">
                      <a:lumMod val="80000"/>
                      <a:lumOff val="20000"/>
                      <a:alpha val="0"/>
                    </a:schemeClr>
                  </a:gs>
                </a:gsLst>
                <a:lin ang="2700000" scaled="1"/>
              </a:gradFill>
              <a:latin typeface="思源宋体 Heavy" panose="02020900000000000000" pitchFamily="18" charset="-122"/>
              <a:ea typeface="思源宋体 Heavy" panose="02020900000000000000" pitchFamily="18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19BCFB3-78E8-4D58-A5BD-19A557E3FB45}"/>
              </a:ext>
            </a:extLst>
          </p:cNvPr>
          <p:cNvSpPr txBox="1"/>
          <p:nvPr/>
        </p:nvSpPr>
        <p:spPr>
          <a:xfrm>
            <a:off x="2275114" y="2598227"/>
            <a:ext cx="8853073" cy="1128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800" spc="75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</a:t>
            </a:r>
            <a:r>
              <a:rPr lang="zh-CN" altLang="zh-CN" sz="2800" spc="75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“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我没有五彩的鲜花，没有浪漫的诗句，没有贵重的礼物，没有兴奋的惊喜，只有轻轻的祝福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!</a:t>
            </a:r>
            <a:r>
              <a:rPr lang="zh-CN" altLang="zh-CN" sz="2800" spc="75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”</a:t>
            </a:r>
            <a:endParaRPr lang="zh-CN" altLang="en-US" sz="2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81605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4">
            <a:extLst>
              <a:ext uri="{FF2B5EF4-FFF2-40B4-BE49-F238E27FC236}">
                <a16:creationId xmlns:a16="http://schemas.microsoft.com/office/drawing/2014/main" id="{D24F30AD-9035-4213-8DA0-7EC9C78C8CFE}"/>
              </a:ext>
            </a:extLst>
          </p:cNvPr>
          <p:cNvSpPr/>
          <p:nvPr/>
        </p:nvSpPr>
        <p:spPr>
          <a:xfrm>
            <a:off x="1418686" y="1774114"/>
            <a:ext cx="10058400" cy="4415998"/>
          </a:xfrm>
          <a:prstGeom prst="roundRect">
            <a:avLst>
              <a:gd name="adj" fmla="val 2317"/>
            </a:avLst>
          </a:prstGeom>
          <a:solidFill>
            <a:schemeClr val="lt1"/>
          </a:solidFill>
          <a:ln>
            <a:noFill/>
          </a:ln>
          <a:effectLst>
            <a:outerShdw blurRad="508000" dist="127000" dir="2700000" sx="95000" sy="95000" algn="tl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3600" b="1" spc="75" dirty="0">
                <a:solidFill>
                  <a:schemeClr val="tx2"/>
                </a:solidFill>
                <a:effectLst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endParaRPr lang="en-US" sz="3600" b="1" dirty="0">
              <a:solidFill>
                <a:schemeClr val="tx2"/>
              </a:solidFill>
              <a:effectLst/>
              <a:latin typeface="Tahoma" panose="020B060403050404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7BA258B3-0BC8-4361-9694-C96057BBED5D}"/>
              </a:ext>
            </a:extLst>
          </p:cNvPr>
          <p:cNvSpPr/>
          <p:nvPr/>
        </p:nvSpPr>
        <p:spPr>
          <a:xfrm>
            <a:off x="0" y="0"/>
            <a:ext cx="809497" cy="6858001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>
                  <a:lumMod val="80000"/>
                  <a:lumOff val="20000"/>
                </a:schemeClr>
              </a:gs>
              <a:gs pos="100000">
                <a:schemeClr val="accent1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508000" dist="127000" dir="2700000" sx="98000" sy="98000" algn="tl" rotWithShape="0">
              <a:schemeClr val="accent1">
                <a:lumMod val="50000"/>
                <a:alpha val="2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83A61FE-5C12-4071-AEB2-8B6548C3DCD2}"/>
              </a:ext>
            </a:extLst>
          </p:cNvPr>
          <p:cNvSpPr txBox="1"/>
          <p:nvPr/>
        </p:nvSpPr>
        <p:spPr>
          <a:xfrm>
            <a:off x="1418686" y="715803"/>
            <a:ext cx="1569660" cy="923330"/>
          </a:xfrm>
          <a:prstGeom prst="rect">
            <a:avLst/>
          </a:prstGeom>
          <a:noFill/>
          <a:effectLst>
            <a:outerShdw blurRad="381000" dist="127000" dir="2700000" sx="98000" sy="98000" algn="tl" rotWithShape="0">
              <a:schemeClr val="accent1">
                <a:lumMod val="50000"/>
                <a:alpha val="28000"/>
              </a:schemeClr>
            </a:outerShdw>
          </a:effectLst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5400">
                <a:gradFill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>
                        <a:lumMod val="98000"/>
                        <a:lumOff val="2000"/>
                      </a:schemeClr>
                    </a:gs>
                  </a:gsLst>
                  <a:path path="circle">
                    <a:fillToRect r="100000" b="100000"/>
                  </a:path>
                </a:gradFill>
                <a:latin typeface="思源宋体 Heavy" panose="02020900000000000000" pitchFamily="18" charset="-122"/>
                <a:ea typeface="思源宋体 Heavy" panose="02020900000000000000" pitchFamily="18" charset="-122"/>
              </a:defRPr>
            </a:lvl1pPr>
          </a:lstStyle>
          <a:p>
            <a:r>
              <a:rPr lang="zh-CN" altLang="en-US" dirty="0"/>
              <a:t>文案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B668B24-50F9-45F4-8F02-9A0790DF950A}"/>
              </a:ext>
            </a:extLst>
          </p:cNvPr>
          <p:cNvSpPr txBox="1"/>
          <p:nvPr/>
        </p:nvSpPr>
        <p:spPr>
          <a:xfrm rot="16200000">
            <a:off x="-2170892" y="3089888"/>
            <a:ext cx="5426394" cy="678224"/>
          </a:xfrm>
          <a:prstGeom prst="rect">
            <a:avLst/>
          </a:prstGeom>
          <a:noFill/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z="8000" dirty="0">
                <a:gradFill flip="none" rotWithShape="1">
                  <a:gsLst>
                    <a:gs pos="0">
                      <a:schemeClr val="accent1">
                        <a:lumMod val="5000"/>
                        <a:lumOff val="95000"/>
                        <a:alpha val="20000"/>
                      </a:schemeClr>
                    </a:gs>
                    <a:gs pos="100000">
                      <a:schemeClr val="accent1">
                        <a:lumMod val="12000"/>
                        <a:lumOff val="88000"/>
                        <a:alpha val="0"/>
                      </a:schemeClr>
                    </a:gs>
                  </a:gsLst>
                  <a:lin ang="5400000" scaled="1"/>
                  <a:tileRect/>
                </a:gradFill>
                <a:latin typeface="HarmonyOS Sans Black" panose="00000A00000000000000" pitchFamily="2" charset="0"/>
              </a:rPr>
              <a:t>WISHES</a:t>
            </a:r>
            <a:endParaRPr lang="zh-CN" altLang="en-US" sz="8000" dirty="0">
              <a:gradFill flip="none" rotWithShape="1">
                <a:gsLst>
                  <a:gs pos="0">
                    <a:schemeClr val="accent1">
                      <a:lumMod val="5000"/>
                      <a:lumOff val="95000"/>
                      <a:alpha val="20000"/>
                    </a:schemeClr>
                  </a:gs>
                  <a:gs pos="100000">
                    <a:schemeClr val="accent1">
                      <a:lumMod val="12000"/>
                      <a:lumOff val="88000"/>
                      <a:alpha val="0"/>
                    </a:schemeClr>
                  </a:gs>
                </a:gsLst>
                <a:lin ang="5400000" scaled="1"/>
                <a:tileRect/>
              </a:gradFill>
              <a:latin typeface="HarmonyOS Sans Black" panose="00000A00000000000000" pitchFamily="2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E9C3144-CBC5-4B05-AD3C-E194EF0AB586}"/>
              </a:ext>
            </a:extLst>
          </p:cNvPr>
          <p:cNvSpPr txBox="1"/>
          <p:nvPr/>
        </p:nvSpPr>
        <p:spPr>
          <a:xfrm>
            <a:off x="2404069" y="667888"/>
            <a:ext cx="2062035" cy="836837"/>
          </a:xfrm>
          <a:prstGeom prst="rect">
            <a:avLst/>
          </a:prstGeom>
          <a:noFill/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z="8000" dirty="0">
                <a:gradFill flip="none" rotWithShape="1">
                  <a:gsLst>
                    <a:gs pos="100000">
                      <a:schemeClr val="accent1">
                        <a:alpha val="10000"/>
                      </a:schemeClr>
                    </a:gs>
                    <a:gs pos="0">
                      <a:schemeClr val="accent1">
                        <a:alpha val="0"/>
                      </a:scheme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HarmonyOS Sans Black" panose="00000A00000000000000" pitchFamily="2" charset="0"/>
              </a:rPr>
              <a:t>02</a:t>
            </a:r>
            <a:endParaRPr lang="zh-CN" altLang="en-US" sz="8000" dirty="0">
              <a:gradFill flip="none" rotWithShape="1">
                <a:gsLst>
                  <a:gs pos="100000">
                    <a:schemeClr val="accent1">
                      <a:alpha val="10000"/>
                    </a:schemeClr>
                  </a:gs>
                  <a:gs pos="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atin typeface="HarmonyOS Sans Black" panose="00000A00000000000000" pitchFamily="2" charset="0"/>
            </a:endParaRPr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B7692903-F87D-4F4C-8BA8-F3F18B8EA961}"/>
              </a:ext>
            </a:extLst>
          </p:cNvPr>
          <p:cNvSpPr txBox="1">
            <a:spLocks noChangeAspect="1"/>
          </p:cNvSpPr>
          <p:nvPr>
            <p:custDataLst>
              <p:tags r:id="rId1"/>
            </p:custDataLst>
          </p:nvPr>
        </p:nvSpPr>
        <p:spPr>
          <a:xfrm>
            <a:off x="1921038" y="2185005"/>
            <a:ext cx="1514048" cy="1243994"/>
          </a:xfrm>
          <a:custGeom>
            <a:avLst/>
            <a:gdLst/>
            <a:ahLst/>
            <a:cxnLst/>
            <a:rect l="l" t="t" r="r" b="b"/>
            <a:pathLst>
              <a:path w="1514048" h="1243994">
                <a:moveTo>
                  <a:pt x="1441086" y="0"/>
                </a:moveTo>
                <a:lnTo>
                  <a:pt x="1514048" y="120387"/>
                </a:lnTo>
                <a:cubicBezTo>
                  <a:pt x="1384693" y="186280"/>
                  <a:pt x="1286803" y="262434"/>
                  <a:pt x="1220378" y="348848"/>
                </a:cubicBezTo>
                <a:cubicBezTo>
                  <a:pt x="1153952" y="435261"/>
                  <a:pt x="1118080" y="508679"/>
                  <a:pt x="1112760" y="569100"/>
                </a:cubicBezTo>
                <a:cubicBezTo>
                  <a:pt x="1197197" y="587265"/>
                  <a:pt x="1280039" y="625721"/>
                  <a:pt x="1361284" y="684471"/>
                </a:cubicBezTo>
                <a:cubicBezTo>
                  <a:pt x="1442530" y="743220"/>
                  <a:pt x="1486155" y="833662"/>
                  <a:pt x="1492159" y="955796"/>
                </a:cubicBezTo>
                <a:cubicBezTo>
                  <a:pt x="1490259" y="1041222"/>
                  <a:pt x="1460314" y="1110231"/>
                  <a:pt x="1402325" y="1162824"/>
                </a:cubicBezTo>
                <a:cubicBezTo>
                  <a:pt x="1344336" y="1215418"/>
                  <a:pt x="1269703" y="1242474"/>
                  <a:pt x="1178425" y="1243994"/>
                </a:cubicBezTo>
                <a:cubicBezTo>
                  <a:pt x="1088439" y="1244070"/>
                  <a:pt x="1013045" y="1212910"/>
                  <a:pt x="952244" y="1150512"/>
                </a:cubicBezTo>
                <a:cubicBezTo>
                  <a:pt x="891443" y="1088115"/>
                  <a:pt x="859826" y="994025"/>
                  <a:pt x="857394" y="868242"/>
                </a:cubicBezTo>
                <a:cubicBezTo>
                  <a:pt x="855038" y="699823"/>
                  <a:pt x="898967" y="536876"/>
                  <a:pt x="989181" y="379400"/>
                </a:cubicBezTo>
                <a:cubicBezTo>
                  <a:pt x="1079395" y="221925"/>
                  <a:pt x="1230030" y="95459"/>
                  <a:pt x="1441086" y="0"/>
                </a:cubicBezTo>
                <a:close/>
                <a:moveTo>
                  <a:pt x="587437" y="0"/>
                </a:moveTo>
                <a:lnTo>
                  <a:pt x="656750" y="120387"/>
                </a:lnTo>
                <a:cubicBezTo>
                  <a:pt x="527395" y="186280"/>
                  <a:pt x="429505" y="262434"/>
                  <a:pt x="363080" y="348848"/>
                </a:cubicBezTo>
                <a:cubicBezTo>
                  <a:pt x="296655" y="435261"/>
                  <a:pt x="260782" y="508679"/>
                  <a:pt x="255462" y="569100"/>
                </a:cubicBezTo>
                <a:cubicBezTo>
                  <a:pt x="341495" y="587265"/>
                  <a:pt x="424793" y="625721"/>
                  <a:pt x="505355" y="684471"/>
                </a:cubicBezTo>
                <a:cubicBezTo>
                  <a:pt x="585916" y="743220"/>
                  <a:pt x="629086" y="833662"/>
                  <a:pt x="634862" y="955796"/>
                </a:cubicBezTo>
                <a:cubicBezTo>
                  <a:pt x="632885" y="1041222"/>
                  <a:pt x="603093" y="1110231"/>
                  <a:pt x="545484" y="1162824"/>
                </a:cubicBezTo>
                <a:cubicBezTo>
                  <a:pt x="487874" y="1215418"/>
                  <a:pt x="414305" y="1242474"/>
                  <a:pt x="324775" y="1243994"/>
                </a:cubicBezTo>
                <a:cubicBezTo>
                  <a:pt x="233041" y="1244070"/>
                  <a:pt x="156584" y="1212910"/>
                  <a:pt x="95402" y="1150512"/>
                </a:cubicBezTo>
                <a:cubicBezTo>
                  <a:pt x="34221" y="1088115"/>
                  <a:pt x="2453" y="994025"/>
                  <a:pt x="96" y="868242"/>
                </a:cubicBezTo>
                <a:cubicBezTo>
                  <a:pt x="-2336" y="699823"/>
                  <a:pt x="41745" y="536876"/>
                  <a:pt x="132339" y="379400"/>
                </a:cubicBezTo>
                <a:cubicBezTo>
                  <a:pt x="222933" y="221925"/>
                  <a:pt x="374632" y="95459"/>
                  <a:pt x="587437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0000"/>
                  <a:lumOff val="40000"/>
                  <a:alpha val="20000"/>
                </a:schemeClr>
              </a:gs>
              <a:gs pos="100000">
                <a:schemeClr val="accent1">
                  <a:lumMod val="80000"/>
                  <a:lumOff val="20000"/>
                  <a:alpha val="0"/>
                </a:schemeClr>
              </a:gs>
            </a:gsLst>
            <a:lin ang="2700000" scaled="1"/>
            <a:tileRect/>
          </a:gradFill>
          <a:ln>
            <a:noFill/>
          </a:ln>
          <a:effectLst>
            <a:glow>
              <a:srgbClr val="000000"/>
            </a:glo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28700" dirty="0">
              <a:gradFill>
                <a:gsLst>
                  <a:gs pos="0">
                    <a:schemeClr val="accent1">
                      <a:lumMod val="60000"/>
                      <a:lumOff val="40000"/>
                      <a:alpha val="20000"/>
                    </a:schemeClr>
                  </a:gs>
                  <a:gs pos="100000">
                    <a:schemeClr val="accent1">
                      <a:lumMod val="80000"/>
                      <a:lumOff val="20000"/>
                      <a:alpha val="0"/>
                    </a:schemeClr>
                  </a:gs>
                </a:gsLst>
                <a:lin ang="2700000" scaled="1"/>
              </a:gradFill>
              <a:latin typeface="思源宋体 Heavy" panose="02020900000000000000" pitchFamily="18" charset="-122"/>
              <a:ea typeface="思源宋体 Heavy" panose="02020900000000000000" pitchFamily="18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19BCFB3-78E8-4D58-A5BD-19A557E3FB45}"/>
              </a:ext>
            </a:extLst>
          </p:cNvPr>
          <p:cNvSpPr txBox="1"/>
          <p:nvPr/>
        </p:nvSpPr>
        <p:spPr>
          <a:xfrm>
            <a:off x="2275114" y="2598227"/>
            <a:ext cx="8853073" cy="1667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800" spc="75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</a:t>
            </a:r>
            <a:r>
              <a:rPr lang="zh-CN" altLang="zh-CN" sz="2800" spc="75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“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你的微笑，比烛光更迷人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你的许愿，已化作漫天星斗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你的人生，又添上一圈美丽的年轮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你的生日，总有一群惦记你的人。</a:t>
            </a:r>
            <a:r>
              <a:rPr lang="zh-CN" altLang="zh-CN" sz="2800" spc="75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”</a:t>
            </a:r>
            <a:endParaRPr lang="zh-CN" altLang="en-US" sz="2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61142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4">
            <a:extLst>
              <a:ext uri="{FF2B5EF4-FFF2-40B4-BE49-F238E27FC236}">
                <a16:creationId xmlns:a16="http://schemas.microsoft.com/office/drawing/2014/main" id="{D24F30AD-9035-4213-8DA0-7EC9C78C8CFE}"/>
              </a:ext>
            </a:extLst>
          </p:cNvPr>
          <p:cNvSpPr/>
          <p:nvPr/>
        </p:nvSpPr>
        <p:spPr>
          <a:xfrm>
            <a:off x="1418686" y="1774114"/>
            <a:ext cx="10058400" cy="4415998"/>
          </a:xfrm>
          <a:prstGeom prst="roundRect">
            <a:avLst>
              <a:gd name="adj" fmla="val 2317"/>
            </a:avLst>
          </a:prstGeom>
          <a:solidFill>
            <a:schemeClr val="lt1"/>
          </a:solidFill>
          <a:ln>
            <a:noFill/>
          </a:ln>
          <a:effectLst>
            <a:outerShdw blurRad="508000" dist="127000" dir="2700000" sx="95000" sy="95000" algn="tl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3600" b="1" spc="75" dirty="0">
                <a:solidFill>
                  <a:schemeClr val="tx2"/>
                </a:solidFill>
                <a:effectLst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endParaRPr lang="en-US" sz="3600" b="1" dirty="0">
              <a:solidFill>
                <a:schemeClr val="tx2"/>
              </a:solidFill>
              <a:effectLst/>
              <a:latin typeface="Tahoma" panose="020B060403050404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7BA258B3-0BC8-4361-9694-C96057BBED5D}"/>
              </a:ext>
            </a:extLst>
          </p:cNvPr>
          <p:cNvSpPr/>
          <p:nvPr/>
        </p:nvSpPr>
        <p:spPr>
          <a:xfrm>
            <a:off x="0" y="0"/>
            <a:ext cx="809497" cy="6858001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>
                  <a:lumMod val="80000"/>
                  <a:lumOff val="20000"/>
                </a:schemeClr>
              </a:gs>
              <a:gs pos="100000">
                <a:schemeClr val="accent1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508000" dist="127000" dir="2700000" sx="98000" sy="98000" algn="tl" rotWithShape="0">
              <a:schemeClr val="accent1">
                <a:lumMod val="50000"/>
                <a:alpha val="2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83A61FE-5C12-4071-AEB2-8B6548C3DCD2}"/>
              </a:ext>
            </a:extLst>
          </p:cNvPr>
          <p:cNvSpPr txBox="1"/>
          <p:nvPr/>
        </p:nvSpPr>
        <p:spPr>
          <a:xfrm>
            <a:off x="1418686" y="715803"/>
            <a:ext cx="1569660" cy="923330"/>
          </a:xfrm>
          <a:prstGeom prst="rect">
            <a:avLst/>
          </a:prstGeom>
          <a:noFill/>
          <a:effectLst>
            <a:outerShdw blurRad="381000" dist="127000" dir="2700000" sx="98000" sy="98000" algn="tl" rotWithShape="0">
              <a:schemeClr val="accent1">
                <a:lumMod val="50000"/>
                <a:alpha val="28000"/>
              </a:schemeClr>
            </a:outerShdw>
          </a:effectLst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5400">
                <a:gradFill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>
                        <a:lumMod val="98000"/>
                        <a:lumOff val="2000"/>
                      </a:schemeClr>
                    </a:gs>
                  </a:gsLst>
                  <a:path path="circle">
                    <a:fillToRect r="100000" b="100000"/>
                  </a:path>
                </a:gradFill>
                <a:latin typeface="思源宋体 Heavy" panose="02020900000000000000" pitchFamily="18" charset="-122"/>
                <a:ea typeface="思源宋体 Heavy" panose="02020900000000000000" pitchFamily="18" charset="-122"/>
              </a:defRPr>
            </a:lvl1pPr>
          </a:lstStyle>
          <a:p>
            <a:r>
              <a:rPr lang="zh-CN" altLang="en-US" dirty="0"/>
              <a:t>文案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B668B24-50F9-45F4-8F02-9A0790DF950A}"/>
              </a:ext>
            </a:extLst>
          </p:cNvPr>
          <p:cNvSpPr txBox="1"/>
          <p:nvPr/>
        </p:nvSpPr>
        <p:spPr>
          <a:xfrm rot="16200000">
            <a:off x="-2170892" y="3089888"/>
            <a:ext cx="5426394" cy="678224"/>
          </a:xfrm>
          <a:prstGeom prst="rect">
            <a:avLst/>
          </a:prstGeom>
          <a:noFill/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z="8000" dirty="0">
                <a:gradFill flip="none" rotWithShape="1">
                  <a:gsLst>
                    <a:gs pos="0">
                      <a:schemeClr val="accent1">
                        <a:lumMod val="5000"/>
                        <a:lumOff val="95000"/>
                        <a:alpha val="20000"/>
                      </a:schemeClr>
                    </a:gs>
                    <a:gs pos="100000">
                      <a:schemeClr val="accent1">
                        <a:lumMod val="12000"/>
                        <a:lumOff val="88000"/>
                        <a:alpha val="0"/>
                      </a:schemeClr>
                    </a:gs>
                  </a:gsLst>
                  <a:lin ang="5400000" scaled="1"/>
                  <a:tileRect/>
                </a:gradFill>
                <a:latin typeface="HarmonyOS Sans Black" panose="00000A00000000000000" pitchFamily="2" charset="0"/>
              </a:rPr>
              <a:t>WISHES</a:t>
            </a:r>
            <a:endParaRPr lang="zh-CN" altLang="en-US" sz="8000" dirty="0">
              <a:gradFill flip="none" rotWithShape="1">
                <a:gsLst>
                  <a:gs pos="0">
                    <a:schemeClr val="accent1">
                      <a:lumMod val="5000"/>
                      <a:lumOff val="95000"/>
                      <a:alpha val="20000"/>
                    </a:schemeClr>
                  </a:gs>
                  <a:gs pos="100000">
                    <a:schemeClr val="accent1">
                      <a:lumMod val="12000"/>
                      <a:lumOff val="88000"/>
                      <a:alpha val="0"/>
                    </a:schemeClr>
                  </a:gs>
                </a:gsLst>
                <a:lin ang="5400000" scaled="1"/>
                <a:tileRect/>
              </a:gradFill>
              <a:latin typeface="HarmonyOS Sans Black" panose="00000A00000000000000" pitchFamily="2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E9C3144-CBC5-4B05-AD3C-E194EF0AB586}"/>
              </a:ext>
            </a:extLst>
          </p:cNvPr>
          <p:cNvSpPr txBox="1"/>
          <p:nvPr/>
        </p:nvSpPr>
        <p:spPr>
          <a:xfrm>
            <a:off x="2404069" y="667888"/>
            <a:ext cx="2062035" cy="836837"/>
          </a:xfrm>
          <a:prstGeom prst="rect">
            <a:avLst/>
          </a:prstGeom>
          <a:noFill/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z="8000" dirty="0">
                <a:gradFill flip="none" rotWithShape="1">
                  <a:gsLst>
                    <a:gs pos="100000">
                      <a:schemeClr val="accent1">
                        <a:alpha val="10000"/>
                      </a:schemeClr>
                    </a:gs>
                    <a:gs pos="0">
                      <a:schemeClr val="accent1">
                        <a:alpha val="0"/>
                      </a:scheme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HarmonyOS Sans Black" panose="00000A00000000000000" pitchFamily="2" charset="0"/>
              </a:rPr>
              <a:t>03</a:t>
            </a:r>
            <a:endParaRPr lang="zh-CN" altLang="en-US" sz="8000" dirty="0">
              <a:gradFill flip="none" rotWithShape="1">
                <a:gsLst>
                  <a:gs pos="100000">
                    <a:schemeClr val="accent1">
                      <a:alpha val="10000"/>
                    </a:schemeClr>
                  </a:gs>
                  <a:gs pos="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atin typeface="HarmonyOS Sans Black" panose="00000A00000000000000" pitchFamily="2" charset="0"/>
            </a:endParaRPr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B7692903-F87D-4F4C-8BA8-F3F18B8EA961}"/>
              </a:ext>
            </a:extLst>
          </p:cNvPr>
          <p:cNvSpPr txBox="1">
            <a:spLocks noChangeAspect="1"/>
          </p:cNvSpPr>
          <p:nvPr>
            <p:custDataLst>
              <p:tags r:id="rId1"/>
            </p:custDataLst>
          </p:nvPr>
        </p:nvSpPr>
        <p:spPr>
          <a:xfrm>
            <a:off x="1921038" y="2185005"/>
            <a:ext cx="1514048" cy="1243994"/>
          </a:xfrm>
          <a:custGeom>
            <a:avLst/>
            <a:gdLst/>
            <a:ahLst/>
            <a:cxnLst/>
            <a:rect l="l" t="t" r="r" b="b"/>
            <a:pathLst>
              <a:path w="1514048" h="1243994">
                <a:moveTo>
                  <a:pt x="1441086" y="0"/>
                </a:moveTo>
                <a:lnTo>
                  <a:pt x="1514048" y="120387"/>
                </a:lnTo>
                <a:cubicBezTo>
                  <a:pt x="1384693" y="186280"/>
                  <a:pt x="1286803" y="262434"/>
                  <a:pt x="1220378" y="348848"/>
                </a:cubicBezTo>
                <a:cubicBezTo>
                  <a:pt x="1153952" y="435261"/>
                  <a:pt x="1118080" y="508679"/>
                  <a:pt x="1112760" y="569100"/>
                </a:cubicBezTo>
                <a:cubicBezTo>
                  <a:pt x="1197197" y="587265"/>
                  <a:pt x="1280039" y="625721"/>
                  <a:pt x="1361284" y="684471"/>
                </a:cubicBezTo>
                <a:cubicBezTo>
                  <a:pt x="1442530" y="743220"/>
                  <a:pt x="1486155" y="833662"/>
                  <a:pt x="1492159" y="955796"/>
                </a:cubicBezTo>
                <a:cubicBezTo>
                  <a:pt x="1490259" y="1041222"/>
                  <a:pt x="1460314" y="1110231"/>
                  <a:pt x="1402325" y="1162824"/>
                </a:cubicBezTo>
                <a:cubicBezTo>
                  <a:pt x="1344336" y="1215418"/>
                  <a:pt x="1269703" y="1242474"/>
                  <a:pt x="1178425" y="1243994"/>
                </a:cubicBezTo>
                <a:cubicBezTo>
                  <a:pt x="1088439" y="1244070"/>
                  <a:pt x="1013045" y="1212910"/>
                  <a:pt x="952244" y="1150512"/>
                </a:cubicBezTo>
                <a:cubicBezTo>
                  <a:pt x="891443" y="1088115"/>
                  <a:pt x="859826" y="994025"/>
                  <a:pt x="857394" y="868242"/>
                </a:cubicBezTo>
                <a:cubicBezTo>
                  <a:pt x="855038" y="699823"/>
                  <a:pt x="898967" y="536876"/>
                  <a:pt x="989181" y="379400"/>
                </a:cubicBezTo>
                <a:cubicBezTo>
                  <a:pt x="1079395" y="221925"/>
                  <a:pt x="1230030" y="95459"/>
                  <a:pt x="1441086" y="0"/>
                </a:cubicBezTo>
                <a:close/>
                <a:moveTo>
                  <a:pt x="587437" y="0"/>
                </a:moveTo>
                <a:lnTo>
                  <a:pt x="656750" y="120387"/>
                </a:lnTo>
                <a:cubicBezTo>
                  <a:pt x="527395" y="186280"/>
                  <a:pt x="429505" y="262434"/>
                  <a:pt x="363080" y="348848"/>
                </a:cubicBezTo>
                <a:cubicBezTo>
                  <a:pt x="296655" y="435261"/>
                  <a:pt x="260782" y="508679"/>
                  <a:pt x="255462" y="569100"/>
                </a:cubicBezTo>
                <a:cubicBezTo>
                  <a:pt x="341495" y="587265"/>
                  <a:pt x="424793" y="625721"/>
                  <a:pt x="505355" y="684471"/>
                </a:cubicBezTo>
                <a:cubicBezTo>
                  <a:pt x="585916" y="743220"/>
                  <a:pt x="629086" y="833662"/>
                  <a:pt x="634862" y="955796"/>
                </a:cubicBezTo>
                <a:cubicBezTo>
                  <a:pt x="632885" y="1041222"/>
                  <a:pt x="603093" y="1110231"/>
                  <a:pt x="545484" y="1162824"/>
                </a:cubicBezTo>
                <a:cubicBezTo>
                  <a:pt x="487874" y="1215418"/>
                  <a:pt x="414305" y="1242474"/>
                  <a:pt x="324775" y="1243994"/>
                </a:cubicBezTo>
                <a:cubicBezTo>
                  <a:pt x="233041" y="1244070"/>
                  <a:pt x="156584" y="1212910"/>
                  <a:pt x="95402" y="1150512"/>
                </a:cubicBezTo>
                <a:cubicBezTo>
                  <a:pt x="34221" y="1088115"/>
                  <a:pt x="2453" y="994025"/>
                  <a:pt x="96" y="868242"/>
                </a:cubicBezTo>
                <a:cubicBezTo>
                  <a:pt x="-2336" y="699823"/>
                  <a:pt x="41745" y="536876"/>
                  <a:pt x="132339" y="379400"/>
                </a:cubicBezTo>
                <a:cubicBezTo>
                  <a:pt x="222933" y="221925"/>
                  <a:pt x="374632" y="95459"/>
                  <a:pt x="587437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0000"/>
                  <a:lumOff val="40000"/>
                  <a:alpha val="20000"/>
                </a:schemeClr>
              </a:gs>
              <a:gs pos="100000">
                <a:schemeClr val="accent1">
                  <a:lumMod val="80000"/>
                  <a:lumOff val="20000"/>
                  <a:alpha val="0"/>
                </a:schemeClr>
              </a:gs>
            </a:gsLst>
            <a:lin ang="2700000" scaled="1"/>
            <a:tileRect/>
          </a:gradFill>
          <a:ln>
            <a:noFill/>
          </a:ln>
          <a:effectLst>
            <a:glow>
              <a:srgbClr val="000000"/>
            </a:glo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28700" dirty="0">
              <a:gradFill>
                <a:gsLst>
                  <a:gs pos="0">
                    <a:schemeClr val="accent1">
                      <a:lumMod val="60000"/>
                      <a:lumOff val="40000"/>
                      <a:alpha val="20000"/>
                    </a:schemeClr>
                  </a:gs>
                  <a:gs pos="100000">
                    <a:schemeClr val="accent1">
                      <a:lumMod val="80000"/>
                      <a:lumOff val="20000"/>
                      <a:alpha val="0"/>
                    </a:schemeClr>
                  </a:gs>
                </a:gsLst>
                <a:lin ang="2700000" scaled="1"/>
              </a:gradFill>
              <a:latin typeface="思源宋体 Heavy" panose="02020900000000000000" pitchFamily="18" charset="-122"/>
              <a:ea typeface="思源宋体 Heavy" panose="02020900000000000000" pitchFamily="18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19BCFB3-78E8-4D58-A5BD-19A557E3FB45}"/>
              </a:ext>
            </a:extLst>
          </p:cNvPr>
          <p:cNvSpPr txBox="1"/>
          <p:nvPr/>
        </p:nvSpPr>
        <p:spPr>
          <a:xfrm>
            <a:off x="2275114" y="2598227"/>
            <a:ext cx="8853073" cy="1128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800" spc="75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</a:t>
            </a:r>
            <a:r>
              <a:rPr lang="zh-CN" altLang="zh-CN" sz="2800" spc="75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“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愿所有的幸福都陪伴着你，仰首是春，俯首是秋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愿所有的欢乐都追随着你，月圆是诗，月缺是画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!</a:t>
            </a:r>
            <a:r>
              <a:rPr lang="zh-CN" altLang="zh-CN" sz="2800" spc="75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”</a:t>
            </a:r>
            <a:endParaRPr lang="zh-CN" altLang="en-US" sz="2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6672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4">
            <a:extLst>
              <a:ext uri="{FF2B5EF4-FFF2-40B4-BE49-F238E27FC236}">
                <a16:creationId xmlns:a16="http://schemas.microsoft.com/office/drawing/2014/main" id="{D24F30AD-9035-4213-8DA0-7EC9C78C8CFE}"/>
              </a:ext>
            </a:extLst>
          </p:cNvPr>
          <p:cNvSpPr/>
          <p:nvPr/>
        </p:nvSpPr>
        <p:spPr>
          <a:xfrm>
            <a:off x="1418686" y="1774114"/>
            <a:ext cx="10058400" cy="4415998"/>
          </a:xfrm>
          <a:prstGeom prst="roundRect">
            <a:avLst>
              <a:gd name="adj" fmla="val 2317"/>
            </a:avLst>
          </a:prstGeom>
          <a:solidFill>
            <a:schemeClr val="lt1"/>
          </a:solidFill>
          <a:ln>
            <a:noFill/>
          </a:ln>
          <a:effectLst>
            <a:outerShdw blurRad="508000" dist="127000" dir="2700000" sx="95000" sy="95000" algn="tl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3600" b="1" spc="75" dirty="0">
                <a:solidFill>
                  <a:schemeClr val="tx2"/>
                </a:solidFill>
                <a:effectLst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endParaRPr lang="en-US" sz="3600" b="1" dirty="0">
              <a:solidFill>
                <a:schemeClr val="tx2"/>
              </a:solidFill>
              <a:effectLst/>
              <a:latin typeface="Tahoma" panose="020B060403050404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7BA258B3-0BC8-4361-9694-C96057BBED5D}"/>
              </a:ext>
            </a:extLst>
          </p:cNvPr>
          <p:cNvSpPr/>
          <p:nvPr/>
        </p:nvSpPr>
        <p:spPr>
          <a:xfrm>
            <a:off x="0" y="0"/>
            <a:ext cx="809497" cy="6858001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>
                  <a:lumMod val="80000"/>
                  <a:lumOff val="20000"/>
                </a:schemeClr>
              </a:gs>
              <a:gs pos="100000">
                <a:schemeClr val="accent1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508000" dist="127000" dir="2700000" sx="98000" sy="98000" algn="tl" rotWithShape="0">
              <a:schemeClr val="accent1">
                <a:lumMod val="50000"/>
                <a:alpha val="2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83A61FE-5C12-4071-AEB2-8B6548C3DCD2}"/>
              </a:ext>
            </a:extLst>
          </p:cNvPr>
          <p:cNvSpPr txBox="1"/>
          <p:nvPr/>
        </p:nvSpPr>
        <p:spPr>
          <a:xfrm>
            <a:off x="1418686" y="715803"/>
            <a:ext cx="1569660" cy="923330"/>
          </a:xfrm>
          <a:prstGeom prst="rect">
            <a:avLst/>
          </a:prstGeom>
          <a:noFill/>
          <a:effectLst>
            <a:outerShdw blurRad="381000" dist="127000" dir="2700000" sx="98000" sy="98000" algn="tl" rotWithShape="0">
              <a:schemeClr val="accent1">
                <a:lumMod val="50000"/>
                <a:alpha val="28000"/>
              </a:schemeClr>
            </a:outerShdw>
          </a:effectLst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5400">
                <a:gradFill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>
                        <a:lumMod val="98000"/>
                        <a:lumOff val="2000"/>
                      </a:schemeClr>
                    </a:gs>
                  </a:gsLst>
                  <a:path path="circle">
                    <a:fillToRect r="100000" b="100000"/>
                  </a:path>
                </a:gradFill>
                <a:latin typeface="思源宋体 Heavy" panose="02020900000000000000" pitchFamily="18" charset="-122"/>
                <a:ea typeface="思源宋体 Heavy" panose="02020900000000000000" pitchFamily="18" charset="-122"/>
              </a:defRPr>
            </a:lvl1pPr>
          </a:lstStyle>
          <a:p>
            <a:r>
              <a:rPr lang="zh-CN" altLang="en-US" dirty="0"/>
              <a:t>文案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B668B24-50F9-45F4-8F02-9A0790DF950A}"/>
              </a:ext>
            </a:extLst>
          </p:cNvPr>
          <p:cNvSpPr txBox="1"/>
          <p:nvPr/>
        </p:nvSpPr>
        <p:spPr>
          <a:xfrm rot="16200000">
            <a:off x="-2170892" y="3089888"/>
            <a:ext cx="5426394" cy="678224"/>
          </a:xfrm>
          <a:prstGeom prst="rect">
            <a:avLst/>
          </a:prstGeom>
          <a:noFill/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z="8000" dirty="0">
                <a:gradFill flip="none" rotWithShape="1">
                  <a:gsLst>
                    <a:gs pos="0">
                      <a:schemeClr val="accent1">
                        <a:lumMod val="5000"/>
                        <a:lumOff val="95000"/>
                        <a:alpha val="20000"/>
                      </a:schemeClr>
                    </a:gs>
                    <a:gs pos="100000">
                      <a:schemeClr val="accent1">
                        <a:lumMod val="12000"/>
                        <a:lumOff val="88000"/>
                        <a:alpha val="0"/>
                      </a:schemeClr>
                    </a:gs>
                  </a:gsLst>
                  <a:lin ang="5400000" scaled="1"/>
                  <a:tileRect/>
                </a:gradFill>
                <a:latin typeface="HarmonyOS Sans Black" panose="00000A00000000000000" pitchFamily="2" charset="0"/>
              </a:rPr>
              <a:t>WISHES</a:t>
            </a:r>
            <a:endParaRPr lang="zh-CN" altLang="en-US" sz="8000" dirty="0">
              <a:gradFill flip="none" rotWithShape="1">
                <a:gsLst>
                  <a:gs pos="0">
                    <a:schemeClr val="accent1">
                      <a:lumMod val="5000"/>
                      <a:lumOff val="95000"/>
                      <a:alpha val="20000"/>
                    </a:schemeClr>
                  </a:gs>
                  <a:gs pos="100000">
                    <a:schemeClr val="accent1">
                      <a:lumMod val="12000"/>
                      <a:lumOff val="88000"/>
                      <a:alpha val="0"/>
                    </a:schemeClr>
                  </a:gs>
                </a:gsLst>
                <a:lin ang="5400000" scaled="1"/>
                <a:tileRect/>
              </a:gradFill>
              <a:latin typeface="HarmonyOS Sans Black" panose="00000A00000000000000" pitchFamily="2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E9C3144-CBC5-4B05-AD3C-E194EF0AB586}"/>
              </a:ext>
            </a:extLst>
          </p:cNvPr>
          <p:cNvSpPr txBox="1"/>
          <p:nvPr/>
        </p:nvSpPr>
        <p:spPr>
          <a:xfrm>
            <a:off x="2404069" y="667888"/>
            <a:ext cx="2062035" cy="836837"/>
          </a:xfrm>
          <a:prstGeom prst="rect">
            <a:avLst/>
          </a:prstGeom>
          <a:noFill/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z="8000" dirty="0">
                <a:gradFill flip="none" rotWithShape="1">
                  <a:gsLst>
                    <a:gs pos="100000">
                      <a:schemeClr val="accent1">
                        <a:alpha val="10000"/>
                      </a:schemeClr>
                    </a:gs>
                    <a:gs pos="0">
                      <a:schemeClr val="accent1">
                        <a:alpha val="0"/>
                      </a:scheme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HarmonyOS Sans Black" panose="00000A00000000000000" pitchFamily="2" charset="0"/>
              </a:rPr>
              <a:t>04</a:t>
            </a:r>
            <a:endParaRPr lang="zh-CN" altLang="en-US" sz="8000" dirty="0">
              <a:gradFill flip="none" rotWithShape="1">
                <a:gsLst>
                  <a:gs pos="100000">
                    <a:schemeClr val="accent1">
                      <a:alpha val="10000"/>
                    </a:schemeClr>
                  </a:gs>
                  <a:gs pos="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atin typeface="HarmonyOS Sans Black" panose="00000A00000000000000" pitchFamily="2" charset="0"/>
            </a:endParaRPr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B7692903-F87D-4F4C-8BA8-F3F18B8EA961}"/>
              </a:ext>
            </a:extLst>
          </p:cNvPr>
          <p:cNvSpPr txBox="1">
            <a:spLocks noChangeAspect="1"/>
          </p:cNvSpPr>
          <p:nvPr>
            <p:custDataLst>
              <p:tags r:id="rId1"/>
            </p:custDataLst>
          </p:nvPr>
        </p:nvSpPr>
        <p:spPr>
          <a:xfrm>
            <a:off x="1921038" y="2185005"/>
            <a:ext cx="1514048" cy="1243994"/>
          </a:xfrm>
          <a:custGeom>
            <a:avLst/>
            <a:gdLst/>
            <a:ahLst/>
            <a:cxnLst/>
            <a:rect l="l" t="t" r="r" b="b"/>
            <a:pathLst>
              <a:path w="1514048" h="1243994">
                <a:moveTo>
                  <a:pt x="1441086" y="0"/>
                </a:moveTo>
                <a:lnTo>
                  <a:pt x="1514048" y="120387"/>
                </a:lnTo>
                <a:cubicBezTo>
                  <a:pt x="1384693" y="186280"/>
                  <a:pt x="1286803" y="262434"/>
                  <a:pt x="1220378" y="348848"/>
                </a:cubicBezTo>
                <a:cubicBezTo>
                  <a:pt x="1153952" y="435261"/>
                  <a:pt x="1118080" y="508679"/>
                  <a:pt x="1112760" y="569100"/>
                </a:cubicBezTo>
                <a:cubicBezTo>
                  <a:pt x="1197197" y="587265"/>
                  <a:pt x="1280039" y="625721"/>
                  <a:pt x="1361284" y="684471"/>
                </a:cubicBezTo>
                <a:cubicBezTo>
                  <a:pt x="1442530" y="743220"/>
                  <a:pt x="1486155" y="833662"/>
                  <a:pt x="1492159" y="955796"/>
                </a:cubicBezTo>
                <a:cubicBezTo>
                  <a:pt x="1490259" y="1041222"/>
                  <a:pt x="1460314" y="1110231"/>
                  <a:pt x="1402325" y="1162824"/>
                </a:cubicBezTo>
                <a:cubicBezTo>
                  <a:pt x="1344336" y="1215418"/>
                  <a:pt x="1269703" y="1242474"/>
                  <a:pt x="1178425" y="1243994"/>
                </a:cubicBezTo>
                <a:cubicBezTo>
                  <a:pt x="1088439" y="1244070"/>
                  <a:pt x="1013045" y="1212910"/>
                  <a:pt x="952244" y="1150512"/>
                </a:cubicBezTo>
                <a:cubicBezTo>
                  <a:pt x="891443" y="1088115"/>
                  <a:pt x="859826" y="994025"/>
                  <a:pt x="857394" y="868242"/>
                </a:cubicBezTo>
                <a:cubicBezTo>
                  <a:pt x="855038" y="699823"/>
                  <a:pt x="898967" y="536876"/>
                  <a:pt x="989181" y="379400"/>
                </a:cubicBezTo>
                <a:cubicBezTo>
                  <a:pt x="1079395" y="221925"/>
                  <a:pt x="1230030" y="95459"/>
                  <a:pt x="1441086" y="0"/>
                </a:cubicBezTo>
                <a:close/>
                <a:moveTo>
                  <a:pt x="587437" y="0"/>
                </a:moveTo>
                <a:lnTo>
                  <a:pt x="656750" y="120387"/>
                </a:lnTo>
                <a:cubicBezTo>
                  <a:pt x="527395" y="186280"/>
                  <a:pt x="429505" y="262434"/>
                  <a:pt x="363080" y="348848"/>
                </a:cubicBezTo>
                <a:cubicBezTo>
                  <a:pt x="296655" y="435261"/>
                  <a:pt x="260782" y="508679"/>
                  <a:pt x="255462" y="569100"/>
                </a:cubicBezTo>
                <a:cubicBezTo>
                  <a:pt x="341495" y="587265"/>
                  <a:pt x="424793" y="625721"/>
                  <a:pt x="505355" y="684471"/>
                </a:cubicBezTo>
                <a:cubicBezTo>
                  <a:pt x="585916" y="743220"/>
                  <a:pt x="629086" y="833662"/>
                  <a:pt x="634862" y="955796"/>
                </a:cubicBezTo>
                <a:cubicBezTo>
                  <a:pt x="632885" y="1041222"/>
                  <a:pt x="603093" y="1110231"/>
                  <a:pt x="545484" y="1162824"/>
                </a:cubicBezTo>
                <a:cubicBezTo>
                  <a:pt x="487874" y="1215418"/>
                  <a:pt x="414305" y="1242474"/>
                  <a:pt x="324775" y="1243994"/>
                </a:cubicBezTo>
                <a:cubicBezTo>
                  <a:pt x="233041" y="1244070"/>
                  <a:pt x="156584" y="1212910"/>
                  <a:pt x="95402" y="1150512"/>
                </a:cubicBezTo>
                <a:cubicBezTo>
                  <a:pt x="34221" y="1088115"/>
                  <a:pt x="2453" y="994025"/>
                  <a:pt x="96" y="868242"/>
                </a:cubicBezTo>
                <a:cubicBezTo>
                  <a:pt x="-2336" y="699823"/>
                  <a:pt x="41745" y="536876"/>
                  <a:pt x="132339" y="379400"/>
                </a:cubicBezTo>
                <a:cubicBezTo>
                  <a:pt x="222933" y="221925"/>
                  <a:pt x="374632" y="95459"/>
                  <a:pt x="587437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0000"/>
                  <a:lumOff val="40000"/>
                  <a:alpha val="20000"/>
                </a:schemeClr>
              </a:gs>
              <a:gs pos="100000">
                <a:schemeClr val="accent1">
                  <a:lumMod val="80000"/>
                  <a:lumOff val="20000"/>
                  <a:alpha val="0"/>
                </a:schemeClr>
              </a:gs>
            </a:gsLst>
            <a:lin ang="2700000" scaled="1"/>
            <a:tileRect/>
          </a:gradFill>
          <a:ln>
            <a:noFill/>
          </a:ln>
          <a:effectLst>
            <a:glow>
              <a:srgbClr val="000000"/>
            </a:glo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28700" dirty="0">
              <a:gradFill>
                <a:gsLst>
                  <a:gs pos="0">
                    <a:schemeClr val="accent1">
                      <a:lumMod val="60000"/>
                      <a:lumOff val="40000"/>
                      <a:alpha val="20000"/>
                    </a:schemeClr>
                  </a:gs>
                  <a:gs pos="100000">
                    <a:schemeClr val="accent1">
                      <a:lumMod val="80000"/>
                      <a:lumOff val="20000"/>
                      <a:alpha val="0"/>
                    </a:schemeClr>
                  </a:gs>
                </a:gsLst>
                <a:lin ang="2700000" scaled="1"/>
              </a:gradFill>
              <a:latin typeface="思源宋体 Heavy" panose="02020900000000000000" pitchFamily="18" charset="-122"/>
              <a:ea typeface="思源宋体 Heavy" panose="02020900000000000000" pitchFamily="18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19BCFB3-78E8-4D58-A5BD-19A557E3FB45}"/>
              </a:ext>
            </a:extLst>
          </p:cNvPr>
          <p:cNvSpPr txBox="1"/>
          <p:nvPr/>
        </p:nvSpPr>
        <p:spPr>
          <a:xfrm>
            <a:off x="2275114" y="2598227"/>
            <a:ext cx="8853073" cy="1128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800" spc="75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</a:t>
            </a:r>
            <a:r>
              <a:rPr lang="zh-CN" altLang="zh-CN" sz="2800" spc="75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“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一年一度，生命与轮回相逢狭路，愿你今天怀里堆满礼物，耳里充满祝福，心里溢满温度，今天过得最酷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!</a:t>
            </a:r>
            <a:r>
              <a:rPr lang="zh-CN" altLang="zh-CN" sz="2800" spc="75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”</a:t>
            </a:r>
            <a:endParaRPr lang="zh-CN" altLang="en-US" sz="2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56916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4">
            <a:extLst>
              <a:ext uri="{FF2B5EF4-FFF2-40B4-BE49-F238E27FC236}">
                <a16:creationId xmlns:a16="http://schemas.microsoft.com/office/drawing/2014/main" id="{D24F30AD-9035-4213-8DA0-7EC9C78C8CFE}"/>
              </a:ext>
            </a:extLst>
          </p:cNvPr>
          <p:cNvSpPr/>
          <p:nvPr/>
        </p:nvSpPr>
        <p:spPr>
          <a:xfrm>
            <a:off x="1418686" y="1774114"/>
            <a:ext cx="10058400" cy="4415998"/>
          </a:xfrm>
          <a:prstGeom prst="roundRect">
            <a:avLst>
              <a:gd name="adj" fmla="val 2317"/>
            </a:avLst>
          </a:prstGeom>
          <a:solidFill>
            <a:schemeClr val="lt1"/>
          </a:solidFill>
          <a:ln>
            <a:noFill/>
          </a:ln>
          <a:effectLst>
            <a:outerShdw blurRad="508000" dist="127000" dir="2700000" sx="95000" sy="95000" algn="tl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3600" b="1" spc="75" dirty="0">
                <a:solidFill>
                  <a:schemeClr val="tx2"/>
                </a:solidFill>
                <a:effectLst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endParaRPr lang="en-US" sz="3600" b="1" dirty="0">
              <a:solidFill>
                <a:schemeClr val="tx2"/>
              </a:solidFill>
              <a:effectLst/>
              <a:latin typeface="Tahoma" panose="020B060403050404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7BA258B3-0BC8-4361-9694-C96057BBED5D}"/>
              </a:ext>
            </a:extLst>
          </p:cNvPr>
          <p:cNvSpPr/>
          <p:nvPr/>
        </p:nvSpPr>
        <p:spPr>
          <a:xfrm>
            <a:off x="0" y="0"/>
            <a:ext cx="809497" cy="6858001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>
                  <a:lumMod val="80000"/>
                  <a:lumOff val="20000"/>
                </a:schemeClr>
              </a:gs>
              <a:gs pos="100000">
                <a:schemeClr val="accent1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508000" dist="127000" dir="2700000" sx="98000" sy="98000" algn="tl" rotWithShape="0">
              <a:schemeClr val="accent1">
                <a:lumMod val="50000"/>
                <a:alpha val="2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B668B24-50F9-45F4-8F02-9A0790DF950A}"/>
              </a:ext>
            </a:extLst>
          </p:cNvPr>
          <p:cNvSpPr txBox="1"/>
          <p:nvPr/>
        </p:nvSpPr>
        <p:spPr>
          <a:xfrm rot="16200000">
            <a:off x="-2170892" y="3089888"/>
            <a:ext cx="5426394" cy="678224"/>
          </a:xfrm>
          <a:prstGeom prst="rect">
            <a:avLst/>
          </a:prstGeom>
          <a:noFill/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z="8000" dirty="0">
                <a:gradFill flip="none" rotWithShape="1">
                  <a:gsLst>
                    <a:gs pos="0">
                      <a:schemeClr val="accent1">
                        <a:lumMod val="5000"/>
                        <a:lumOff val="95000"/>
                        <a:alpha val="20000"/>
                      </a:schemeClr>
                    </a:gs>
                    <a:gs pos="100000">
                      <a:schemeClr val="accent1">
                        <a:lumMod val="12000"/>
                        <a:lumOff val="88000"/>
                        <a:alpha val="0"/>
                      </a:schemeClr>
                    </a:gs>
                  </a:gsLst>
                  <a:lin ang="5400000" scaled="1"/>
                  <a:tileRect/>
                </a:gradFill>
                <a:latin typeface="HarmonyOS Sans Black" panose="00000A00000000000000" pitchFamily="2" charset="0"/>
              </a:rPr>
              <a:t>WISHES</a:t>
            </a:r>
            <a:endParaRPr lang="zh-CN" altLang="en-US" sz="8000" dirty="0">
              <a:gradFill flip="none" rotWithShape="1">
                <a:gsLst>
                  <a:gs pos="0">
                    <a:schemeClr val="accent1">
                      <a:lumMod val="5000"/>
                      <a:lumOff val="95000"/>
                      <a:alpha val="20000"/>
                    </a:schemeClr>
                  </a:gs>
                  <a:gs pos="100000">
                    <a:schemeClr val="accent1">
                      <a:lumMod val="12000"/>
                      <a:lumOff val="88000"/>
                      <a:alpha val="0"/>
                    </a:schemeClr>
                  </a:gs>
                </a:gsLst>
                <a:lin ang="5400000" scaled="1"/>
                <a:tileRect/>
              </a:gradFill>
              <a:latin typeface="HarmonyOS Sans Black" panose="00000A00000000000000" pitchFamily="2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E9C3144-CBC5-4B05-AD3C-E194EF0AB586}"/>
              </a:ext>
            </a:extLst>
          </p:cNvPr>
          <p:cNvSpPr txBox="1"/>
          <p:nvPr/>
        </p:nvSpPr>
        <p:spPr>
          <a:xfrm>
            <a:off x="2404068" y="667888"/>
            <a:ext cx="2062035" cy="836837"/>
          </a:xfrm>
          <a:prstGeom prst="rect">
            <a:avLst/>
          </a:prstGeom>
          <a:noFill/>
        </p:spPr>
        <p:txBody>
          <a:bodyPr wrap="none" numCol="1" rtlCol="0">
            <a:prstTxWarp prst="textPlain">
              <a:avLst/>
            </a:prstTxWarp>
            <a:spAutoFit/>
          </a:bodyPr>
          <a:lstStyle>
            <a:defPPr>
              <a:defRPr lang="zh-CN"/>
            </a:defPPr>
            <a:lvl1pPr>
              <a:defRPr sz="8000">
                <a:gradFill flip="none" rotWithShape="1">
                  <a:gsLst>
                    <a:gs pos="100000">
                      <a:schemeClr val="accent1">
                        <a:alpha val="10000"/>
                      </a:schemeClr>
                    </a:gs>
                    <a:gs pos="0">
                      <a:schemeClr val="accent1">
                        <a:alpha val="0"/>
                      </a:scheme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HarmonyOS Sans Black" panose="00000A00000000000000" pitchFamily="2" charset="0"/>
              </a:defRPr>
            </a:lvl1pPr>
          </a:lstStyle>
          <a:p>
            <a:r>
              <a:rPr lang="en-US" altLang="zh-CN" dirty="0"/>
              <a:t>05</a:t>
            </a:r>
            <a:endParaRPr lang="zh-CN" altLang="en-US" dirty="0"/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B7692903-F87D-4F4C-8BA8-F3F18B8EA961}"/>
              </a:ext>
            </a:extLst>
          </p:cNvPr>
          <p:cNvSpPr txBox="1">
            <a:spLocks noChangeAspect="1"/>
          </p:cNvSpPr>
          <p:nvPr>
            <p:custDataLst>
              <p:tags r:id="rId1"/>
            </p:custDataLst>
          </p:nvPr>
        </p:nvSpPr>
        <p:spPr>
          <a:xfrm>
            <a:off x="1921038" y="2185005"/>
            <a:ext cx="1514048" cy="1243994"/>
          </a:xfrm>
          <a:custGeom>
            <a:avLst/>
            <a:gdLst/>
            <a:ahLst/>
            <a:cxnLst/>
            <a:rect l="l" t="t" r="r" b="b"/>
            <a:pathLst>
              <a:path w="1514048" h="1243994">
                <a:moveTo>
                  <a:pt x="1441086" y="0"/>
                </a:moveTo>
                <a:lnTo>
                  <a:pt x="1514048" y="120387"/>
                </a:lnTo>
                <a:cubicBezTo>
                  <a:pt x="1384693" y="186280"/>
                  <a:pt x="1286803" y="262434"/>
                  <a:pt x="1220378" y="348848"/>
                </a:cubicBezTo>
                <a:cubicBezTo>
                  <a:pt x="1153952" y="435261"/>
                  <a:pt x="1118080" y="508679"/>
                  <a:pt x="1112760" y="569100"/>
                </a:cubicBezTo>
                <a:cubicBezTo>
                  <a:pt x="1197197" y="587265"/>
                  <a:pt x="1280039" y="625721"/>
                  <a:pt x="1361284" y="684471"/>
                </a:cubicBezTo>
                <a:cubicBezTo>
                  <a:pt x="1442530" y="743220"/>
                  <a:pt x="1486155" y="833662"/>
                  <a:pt x="1492159" y="955796"/>
                </a:cubicBezTo>
                <a:cubicBezTo>
                  <a:pt x="1490259" y="1041222"/>
                  <a:pt x="1460314" y="1110231"/>
                  <a:pt x="1402325" y="1162824"/>
                </a:cubicBezTo>
                <a:cubicBezTo>
                  <a:pt x="1344336" y="1215418"/>
                  <a:pt x="1269703" y="1242474"/>
                  <a:pt x="1178425" y="1243994"/>
                </a:cubicBezTo>
                <a:cubicBezTo>
                  <a:pt x="1088439" y="1244070"/>
                  <a:pt x="1013045" y="1212910"/>
                  <a:pt x="952244" y="1150512"/>
                </a:cubicBezTo>
                <a:cubicBezTo>
                  <a:pt x="891443" y="1088115"/>
                  <a:pt x="859826" y="994025"/>
                  <a:pt x="857394" y="868242"/>
                </a:cubicBezTo>
                <a:cubicBezTo>
                  <a:pt x="855038" y="699823"/>
                  <a:pt x="898967" y="536876"/>
                  <a:pt x="989181" y="379400"/>
                </a:cubicBezTo>
                <a:cubicBezTo>
                  <a:pt x="1079395" y="221925"/>
                  <a:pt x="1230030" y="95459"/>
                  <a:pt x="1441086" y="0"/>
                </a:cubicBezTo>
                <a:close/>
                <a:moveTo>
                  <a:pt x="587437" y="0"/>
                </a:moveTo>
                <a:lnTo>
                  <a:pt x="656750" y="120387"/>
                </a:lnTo>
                <a:cubicBezTo>
                  <a:pt x="527395" y="186280"/>
                  <a:pt x="429505" y="262434"/>
                  <a:pt x="363080" y="348848"/>
                </a:cubicBezTo>
                <a:cubicBezTo>
                  <a:pt x="296655" y="435261"/>
                  <a:pt x="260782" y="508679"/>
                  <a:pt x="255462" y="569100"/>
                </a:cubicBezTo>
                <a:cubicBezTo>
                  <a:pt x="341495" y="587265"/>
                  <a:pt x="424793" y="625721"/>
                  <a:pt x="505355" y="684471"/>
                </a:cubicBezTo>
                <a:cubicBezTo>
                  <a:pt x="585916" y="743220"/>
                  <a:pt x="629086" y="833662"/>
                  <a:pt x="634862" y="955796"/>
                </a:cubicBezTo>
                <a:cubicBezTo>
                  <a:pt x="632885" y="1041222"/>
                  <a:pt x="603093" y="1110231"/>
                  <a:pt x="545484" y="1162824"/>
                </a:cubicBezTo>
                <a:cubicBezTo>
                  <a:pt x="487874" y="1215418"/>
                  <a:pt x="414305" y="1242474"/>
                  <a:pt x="324775" y="1243994"/>
                </a:cubicBezTo>
                <a:cubicBezTo>
                  <a:pt x="233041" y="1244070"/>
                  <a:pt x="156584" y="1212910"/>
                  <a:pt x="95402" y="1150512"/>
                </a:cubicBezTo>
                <a:cubicBezTo>
                  <a:pt x="34221" y="1088115"/>
                  <a:pt x="2453" y="994025"/>
                  <a:pt x="96" y="868242"/>
                </a:cubicBezTo>
                <a:cubicBezTo>
                  <a:pt x="-2336" y="699823"/>
                  <a:pt x="41745" y="536876"/>
                  <a:pt x="132339" y="379400"/>
                </a:cubicBezTo>
                <a:cubicBezTo>
                  <a:pt x="222933" y="221925"/>
                  <a:pt x="374632" y="95459"/>
                  <a:pt x="587437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0000"/>
                  <a:lumOff val="40000"/>
                  <a:alpha val="20000"/>
                </a:schemeClr>
              </a:gs>
              <a:gs pos="100000">
                <a:schemeClr val="accent1">
                  <a:lumMod val="80000"/>
                  <a:lumOff val="20000"/>
                  <a:alpha val="0"/>
                </a:schemeClr>
              </a:gs>
            </a:gsLst>
            <a:lin ang="2700000" scaled="1"/>
            <a:tileRect/>
          </a:gradFill>
          <a:ln>
            <a:noFill/>
          </a:ln>
          <a:effectLst>
            <a:glow>
              <a:srgbClr val="000000"/>
            </a:glo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28700" dirty="0">
              <a:gradFill>
                <a:gsLst>
                  <a:gs pos="0">
                    <a:schemeClr val="accent1">
                      <a:lumMod val="60000"/>
                      <a:lumOff val="40000"/>
                      <a:alpha val="20000"/>
                    </a:schemeClr>
                  </a:gs>
                  <a:gs pos="100000">
                    <a:schemeClr val="accent1">
                      <a:lumMod val="80000"/>
                      <a:lumOff val="20000"/>
                      <a:alpha val="0"/>
                    </a:schemeClr>
                  </a:gs>
                </a:gsLst>
                <a:lin ang="2700000" scaled="1"/>
              </a:gradFill>
              <a:latin typeface="思源宋体 Heavy" panose="02020900000000000000" pitchFamily="18" charset="-122"/>
              <a:ea typeface="思源宋体 Heavy" panose="02020900000000000000" pitchFamily="18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19BCFB3-78E8-4D58-A5BD-19A557E3FB45}"/>
              </a:ext>
            </a:extLst>
          </p:cNvPr>
          <p:cNvSpPr txBox="1"/>
          <p:nvPr/>
        </p:nvSpPr>
        <p:spPr>
          <a:xfrm>
            <a:off x="2275114" y="2598227"/>
            <a:ext cx="885307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”在你生日的这一天，把世界上最美丽的玫瑰送给你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!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愿你拥有一整天的快乐，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24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小时的如意，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1440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分的幸福，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86400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秒的难忘的回忆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!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”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0710EB9-2BEF-45A5-BD36-8D9D5064B87A}"/>
              </a:ext>
            </a:extLst>
          </p:cNvPr>
          <p:cNvSpPr/>
          <p:nvPr/>
        </p:nvSpPr>
        <p:spPr>
          <a:xfrm rot="2187454">
            <a:off x="13441625" y="-3446228"/>
            <a:ext cx="1828252" cy="18555831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80000"/>
                  <a:lumOff val="20000"/>
                </a:schemeClr>
              </a:gs>
            </a:gsLst>
            <a:path path="circle">
              <a:fillToRect r="100000" b="100000"/>
            </a:path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E957F14-676F-4555-808A-4BA00EFCE565}"/>
              </a:ext>
            </a:extLst>
          </p:cNvPr>
          <p:cNvSpPr/>
          <p:nvPr/>
        </p:nvSpPr>
        <p:spPr>
          <a:xfrm rot="2187454">
            <a:off x="14927640" y="-2387252"/>
            <a:ext cx="1828252" cy="18555831"/>
          </a:xfrm>
          <a:prstGeom prst="rect">
            <a:avLst/>
          </a:prstGeom>
          <a:gradFill>
            <a:gsLst>
              <a:gs pos="0">
                <a:schemeClr val="accent1">
                  <a:lumMod val="80000"/>
                  <a:lumOff val="20000"/>
                </a:schemeClr>
              </a:gs>
              <a:gs pos="100000">
                <a:schemeClr val="accent1"/>
              </a:gs>
            </a:gsLst>
            <a:path path="circle">
              <a:fillToRect r="100000" b="100000"/>
            </a:path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2EDAA69-ACA2-45B6-941F-5A516BD73693}"/>
              </a:ext>
            </a:extLst>
          </p:cNvPr>
          <p:cNvSpPr/>
          <p:nvPr/>
        </p:nvSpPr>
        <p:spPr>
          <a:xfrm rot="2187454">
            <a:off x="16339433" y="-1212938"/>
            <a:ext cx="1828252" cy="18555831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path path="circle">
              <a:fillToRect r="100000" b="100000"/>
            </a:path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8C34AFD-638E-4357-AFC2-1E51F616B3C4}"/>
              </a:ext>
            </a:extLst>
          </p:cNvPr>
          <p:cNvSpPr/>
          <p:nvPr/>
        </p:nvSpPr>
        <p:spPr>
          <a:xfrm rot="2187454">
            <a:off x="-5975685" y="-10484893"/>
            <a:ext cx="1828252" cy="18555831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80000"/>
                  <a:lumOff val="20000"/>
                </a:schemeClr>
              </a:gs>
            </a:gsLst>
            <a:path path="circle">
              <a:fillToRect r="100000" b="100000"/>
            </a:path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CEAE4CB-5D14-4945-9395-23FC1A44EAC1}"/>
              </a:ext>
            </a:extLst>
          </p:cNvPr>
          <p:cNvSpPr/>
          <p:nvPr/>
        </p:nvSpPr>
        <p:spPr>
          <a:xfrm rot="2187454">
            <a:off x="-4489669" y="-9425918"/>
            <a:ext cx="1828252" cy="18555831"/>
          </a:xfrm>
          <a:prstGeom prst="rect">
            <a:avLst/>
          </a:prstGeom>
          <a:gradFill>
            <a:gsLst>
              <a:gs pos="0">
                <a:schemeClr val="accent1">
                  <a:lumMod val="80000"/>
                  <a:lumOff val="20000"/>
                </a:schemeClr>
              </a:gs>
              <a:gs pos="100000">
                <a:schemeClr val="accent1"/>
              </a:gs>
            </a:gsLst>
            <a:path path="circle">
              <a:fillToRect r="100000" b="100000"/>
            </a:path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017A4CB-06C5-41E8-9062-5B69126FDF49}"/>
              </a:ext>
            </a:extLst>
          </p:cNvPr>
          <p:cNvSpPr/>
          <p:nvPr/>
        </p:nvSpPr>
        <p:spPr>
          <a:xfrm rot="2187454">
            <a:off x="-3077876" y="-8251603"/>
            <a:ext cx="1828252" cy="18555831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path path="circle">
              <a:fillToRect r="100000" b="100000"/>
            </a:path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B3FB043-E766-49BC-BD13-1E9077CCBB28}"/>
              </a:ext>
            </a:extLst>
          </p:cNvPr>
          <p:cNvSpPr txBox="1"/>
          <p:nvPr/>
        </p:nvSpPr>
        <p:spPr>
          <a:xfrm>
            <a:off x="1418686" y="715803"/>
            <a:ext cx="1569660" cy="923330"/>
          </a:xfrm>
          <a:prstGeom prst="rect">
            <a:avLst/>
          </a:prstGeom>
          <a:noFill/>
          <a:effectLst>
            <a:outerShdw blurRad="381000" dist="127000" dir="2700000" sx="98000" sy="98000" algn="tl" rotWithShape="0">
              <a:schemeClr val="accent1">
                <a:lumMod val="50000"/>
                <a:alpha val="28000"/>
              </a:schemeClr>
            </a:outerShdw>
          </a:effectLst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5400">
                <a:gradFill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>
                        <a:lumMod val="98000"/>
                        <a:lumOff val="2000"/>
                      </a:schemeClr>
                    </a:gs>
                  </a:gsLst>
                  <a:path path="circle">
                    <a:fillToRect r="100000" b="100000"/>
                  </a:path>
                </a:gradFill>
                <a:latin typeface="思源宋体 Heavy" panose="02020900000000000000" pitchFamily="18" charset="-122"/>
                <a:ea typeface="思源宋体 Heavy" panose="02020900000000000000" pitchFamily="18" charset="-122"/>
              </a:defRPr>
            </a:lvl1pPr>
          </a:lstStyle>
          <a:p>
            <a:r>
              <a:rPr lang="zh-CN" altLang="en-US" dirty="0"/>
              <a:t>文案</a:t>
            </a:r>
          </a:p>
        </p:txBody>
      </p:sp>
    </p:spTree>
    <p:extLst>
      <p:ext uri="{BB962C8B-B14F-4D97-AF65-F5344CB8AC3E}">
        <p14:creationId xmlns:p14="http://schemas.microsoft.com/office/powerpoint/2010/main" val="553037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C7284B9-3A73-4BBF-8C4C-40FD8042132C}"/>
              </a:ext>
            </a:extLst>
          </p:cNvPr>
          <p:cNvSpPr txBox="1"/>
          <p:nvPr/>
        </p:nvSpPr>
        <p:spPr>
          <a:xfrm>
            <a:off x="1245475" y="1494143"/>
            <a:ext cx="9701049" cy="4638706"/>
          </a:xfrm>
          <a:prstGeom prst="rect">
            <a:avLst/>
          </a:prstGeom>
          <a:noFill/>
          <a:effectLst>
            <a:outerShdw blurRad="381000" dist="127000" dir="2700000" sx="98000" sy="98000" algn="tl" rotWithShape="0">
              <a:schemeClr val="accent1">
                <a:lumMod val="50000"/>
                <a:alpha val="28000"/>
              </a:schemeClr>
            </a:outerShdw>
          </a:effectLst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7200" b="1" i="1">
                <a:gradFill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>
                        <a:lumMod val="98000"/>
                        <a:lumOff val="2000"/>
                      </a:schemeClr>
                    </a:gs>
                  </a:gsLst>
                  <a:path path="circle">
                    <a:fillToRect r="100000" b="100000"/>
                  </a:path>
                </a:gradFill>
                <a:latin typeface="思源宋体 Heavy" panose="02020900000000000000" pitchFamily="18" charset="-122"/>
                <a:ea typeface="思源宋体 Heavy" panose="02020900000000000000" pitchFamily="18" charset="-122"/>
              </a:defRPr>
            </a:lvl1pPr>
          </a:lstStyle>
          <a:p>
            <a:pPr algn="ctr"/>
            <a:r>
              <a:rPr lang="zh-CN" altLang="en-US" sz="4000" i="0" dirty="0"/>
              <a:t>最后</a:t>
            </a:r>
            <a:endParaRPr lang="en-US" altLang="zh-CN" sz="4000" i="0" dirty="0"/>
          </a:p>
          <a:p>
            <a:pPr algn="ctr"/>
            <a:r>
              <a:rPr lang="zh-CN" altLang="en-US" sz="4000" i="0" dirty="0"/>
              <a:t>愿你终能穿过漆黑的夜</a:t>
            </a:r>
            <a:endParaRPr lang="en-US" altLang="zh-CN" sz="4000" i="0" dirty="0"/>
          </a:p>
          <a:p>
            <a:pPr algn="ctr"/>
            <a:r>
              <a:rPr lang="zh-CN" altLang="en-US" sz="4000" i="0" dirty="0"/>
              <a:t>走过坎坷的路</a:t>
            </a:r>
            <a:endParaRPr lang="en-US" altLang="zh-CN" sz="4000" i="0" dirty="0"/>
          </a:p>
          <a:p>
            <a:pPr algn="ctr"/>
            <a:r>
              <a:rPr lang="zh-CN" altLang="en-US" sz="4000" i="0" dirty="0"/>
              <a:t>渡过湍急的河</a:t>
            </a:r>
            <a:endParaRPr lang="en-US" altLang="zh-CN" sz="4000" i="0" dirty="0"/>
          </a:p>
          <a:p>
            <a:pPr algn="ctr"/>
            <a:r>
              <a:rPr lang="zh-CN" altLang="en-US" sz="4000" i="0" dirty="0"/>
              <a:t>收获你想要的人生</a:t>
            </a:r>
            <a:endParaRPr lang="en-US" altLang="zh-CN" sz="4000" i="0" dirty="0"/>
          </a:p>
          <a:p>
            <a:pPr algn="ctr"/>
            <a:endParaRPr lang="en-US" sz="4000" i="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9F70B09-343B-44ED-BFF4-319D1898EA95}"/>
              </a:ext>
            </a:extLst>
          </p:cNvPr>
          <p:cNvSpPr/>
          <p:nvPr/>
        </p:nvSpPr>
        <p:spPr>
          <a:xfrm rot="2187454">
            <a:off x="9563513" y="183538"/>
            <a:ext cx="863029" cy="8759309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80000"/>
                  <a:lumOff val="20000"/>
                </a:schemeClr>
              </a:gs>
            </a:gsLst>
            <a:path path="circle">
              <a:fillToRect r="100000" b="100000"/>
            </a:path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527F5E1-DD63-441C-9913-AA02B2A4731C}"/>
              </a:ext>
            </a:extLst>
          </p:cNvPr>
          <p:cNvSpPr/>
          <p:nvPr/>
        </p:nvSpPr>
        <p:spPr>
          <a:xfrm rot="2187454">
            <a:off x="10264989" y="683429"/>
            <a:ext cx="863029" cy="8759309"/>
          </a:xfrm>
          <a:prstGeom prst="rect">
            <a:avLst/>
          </a:prstGeom>
          <a:gradFill>
            <a:gsLst>
              <a:gs pos="0">
                <a:schemeClr val="accent1">
                  <a:lumMod val="80000"/>
                  <a:lumOff val="20000"/>
                </a:schemeClr>
              </a:gs>
              <a:gs pos="100000">
                <a:schemeClr val="accent1"/>
              </a:gs>
            </a:gsLst>
            <a:path path="circle">
              <a:fillToRect r="100000" b="100000"/>
            </a:path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56F7CB8-A2DD-4354-BD41-54B998AF2EEC}"/>
              </a:ext>
            </a:extLst>
          </p:cNvPr>
          <p:cNvSpPr/>
          <p:nvPr/>
        </p:nvSpPr>
        <p:spPr>
          <a:xfrm rot="2187454">
            <a:off x="10931428" y="1237766"/>
            <a:ext cx="863029" cy="8759309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path path="circle">
              <a:fillToRect r="100000" b="100000"/>
            </a:path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641D032-7B78-4C44-AD86-0F2D04E74CE8}"/>
              </a:ext>
            </a:extLst>
          </p:cNvPr>
          <p:cNvSpPr/>
          <p:nvPr/>
        </p:nvSpPr>
        <p:spPr>
          <a:xfrm rot="2187454">
            <a:off x="397542" y="-3139075"/>
            <a:ext cx="863029" cy="8759309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80000"/>
                  <a:lumOff val="20000"/>
                </a:schemeClr>
              </a:gs>
            </a:gsLst>
            <a:path path="circle">
              <a:fillToRect r="100000" b="100000"/>
            </a:path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5D809F3-5BB0-400C-AAA1-96CA623DCE45}"/>
              </a:ext>
            </a:extLst>
          </p:cNvPr>
          <p:cNvSpPr/>
          <p:nvPr/>
        </p:nvSpPr>
        <p:spPr>
          <a:xfrm rot="2187454">
            <a:off x="1099018" y="-2639184"/>
            <a:ext cx="863029" cy="8759309"/>
          </a:xfrm>
          <a:prstGeom prst="rect">
            <a:avLst/>
          </a:prstGeom>
          <a:gradFill>
            <a:gsLst>
              <a:gs pos="0">
                <a:schemeClr val="accent1">
                  <a:lumMod val="80000"/>
                  <a:lumOff val="20000"/>
                </a:schemeClr>
              </a:gs>
              <a:gs pos="100000">
                <a:schemeClr val="accent1"/>
              </a:gs>
            </a:gsLst>
            <a:path path="circle">
              <a:fillToRect r="100000" b="100000"/>
            </a:path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6E69A0-E38D-4971-B5A4-8405D3849D7D}"/>
              </a:ext>
            </a:extLst>
          </p:cNvPr>
          <p:cNvSpPr/>
          <p:nvPr/>
        </p:nvSpPr>
        <p:spPr>
          <a:xfrm rot="2187454">
            <a:off x="1765457" y="-2084847"/>
            <a:ext cx="863029" cy="8759309"/>
          </a:xfrm>
          <a:prstGeom prst="rect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path path="circle">
              <a:fillToRect r="100000" b="100000"/>
            </a:path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21993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>
            <a:extLst>
              <a:ext uri="{FF2B5EF4-FFF2-40B4-BE49-F238E27FC236}">
                <a16:creationId xmlns:a16="http://schemas.microsoft.com/office/drawing/2014/main" id="{8BE7A5AC-3AA1-41CE-829A-1950F80762A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8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03283" y="5427718"/>
            <a:ext cx="863320" cy="86332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A9939606-827F-491A-9CBA-14A22C9EC27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4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73084" y="-537231"/>
            <a:ext cx="1638206" cy="1638206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71A6D32A-818C-42D5-91CD-FBC0CBE86A4D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6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5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05955" y="156432"/>
            <a:ext cx="1139257" cy="1139257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5F5A80D3-C816-4850-AA4E-EA3E34F1C1CA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7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7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881960" y="4225921"/>
            <a:ext cx="3172089" cy="3172089"/>
          </a:xfrm>
          <a:prstGeom prst="rect">
            <a:avLst/>
          </a:prstGeom>
        </p:spPr>
      </p:pic>
      <p:sp>
        <p:nvSpPr>
          <p:cNvPr id="7" name="椭圆 6">
            <a:extLst>
              <a:ext uri="{FF2B5EF4-FFF2-40B4-BE49-F238E27FC236}">
                <a16:creationId xmlns:a16="http://schemas.microsoft.com/office/drawing/2014/main" id="{319C0B63-123D-46B4-BE3C-3F5DCE123F47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1751215" y="-915785"/>
            <a:ext cx="8689570" cy="8689570"/>
          </a:xfrm>
          <a:prstGeom prst="ellipse">
            <a:avLst/>
          </a:prstGeom>
          <a:gradFill>
            <a:gsLst>
              <a:gs pos="0">
                <a:schemeClr val="accent1">
                  <a:lumMod val="80000"/>
                  <a:lumOff val="20000"/>
                </a:schemeClr>
              </a:gs>
              <a:gs pos="100000">
                <a:schemeClr val="accent1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508000" dist="127000" dir="2700000" sx="98000" sy="98000" algn="tl" rotWithShape="0">
              <a:schemeClr val="accent1">
                <a:lumMod val="50000"/>
                <a:alpha val="2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18D6792-B854-4AC4-92F5-1D7C5FBF83E5}"/>
              </a:ext>
            </a:extLst>
          </p:cNvPr>
          <p:cNvSpPr txBox="1"/>
          <p:nvPr/>
        </p:nvSpPr>
        <p:spPr>
          <a:xfrm>
            <a:off x="1914789" y="2665829"/>
            <a:ext cx="8362417" cy="1107996"/>
          </a:xfrm>
          <a:prstGeom prst="rect">
            <a:avLst/>
          </a:prstGeom>
          <a:noFill/>
          <a:effectLst>
            <a:outerShdw blurRad="381000" dist="127000" dir="2700000" sx="98000" sy="98000" algn="tl" rotWithShape="0">
              <a:schemeClr val="accent1">
                <a:lumMod val="50000"/>
                <a:alpha val="28000"/>
              </a:schemeClr>
            </a:outerShdw>
          </a:effectLst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6600" dirty="0">
                <a:solidFill>
                  <a:prstClr val="white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Thanks for</a:t>
            </a:r>
            <a:r>
              <a:rPr lang="zh-CN" altLang="en-US" sz="6600" dirty="0">
                <a:solidFill>
                  <a:prstClr val="white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 </a:t>
            </a:r>
            <a:r>
              <a:rPr lang="en-US" altLang="zh-CN" sz="6600" dirty="0">
                <a:solidFill>
                  <a:prstClr val="white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watching</a:t>
            </a:r>
            <a:endParaRPr kumimoji="0" lang="zh-CN" altLang="en-US" sz="6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宋体 Heavy" panose="02020900000000000000" pitchFamily="18" charset="-122"/>
              <a:ea typeface="思源宋体 Heavy" panose="02020900000000000000" pitchFamily="18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F5C8F20-74B8-4D00-A8F7-E82CCB2DC704}"/>
              </a:ext>
            </a:extLst>
          </p:cNvPr>
          <p:cNvSpPr txBox="1"/>
          <p:nvPr/>
        </p:nvSpPr>
        <p:spPr>
          <a:xfrm>
            <a:off x="5352848" y="4025866"/>
            <a:ext cx="14863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HarmonyOS Sans SC Medium" panose="00000600000000000000" pitchFamily="2" charset="-122"/>
                <a:ea typeface="HarmonyOS Sans SC Medium" panose="00000600000000000000" pitchFamily="2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文案是个好东西</a:t>
            </a:r>
            <a:r>
              <a:rPr lang="en-US" altLang="zh-CN" sz="1000" dirty="0">
                <a:solidFill>
                  <a:prstClr val="white"/>
                </a:solidFill>
              </a:rPr>
              <a:t>[doge]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83C40F8-8C34-4E6B-94B1-4B96450B06BB}"/>
              </a:ext>
            </a:extLst>
          </p:cNvPr>
          <p:cNvCxnSpPr>
            <a:cxnSpLocks/>
          </p:cNvCxnSpPr>
          <p:nvPr/>
        </p:nvCxnSpPr>
        <p:spPr>
          <a:xfrm>
            <a:off x="3672840" y="3749039"/>
            <a:ext cx="484632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图片 16">
            <a:extLst>
              <a:ext uri="{FF2B5EF4-FFF2-40B4-BE49-F238E27FC236}">
                <a16:creationId xmlns:a16="http://schemas.microsoft.com/office/drawing/2014/main" id="{4103D10E-82F7-4715-A7F1-D18DCDE70CCD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5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58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569629" y="2694422"/>
            <a:ext cx="1139257" cy="1139257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0BE47A41-93E4-4C13-B912-79B7A60E86B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8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862192" y="2400731"/>
            <a:ext cx="863320" cy="86332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5FDFCA5F-E827-450D-8229-4ADE8B494828}"/>
              </a:ext>
            </a:extLst>
          </p:cNvPr>
          <p:cNvSpPr txBox="1"/>
          <p:nvPr/>
        </p:nvSpPr>
        <p:spPr>
          <a:xfrm>
            <a:off x="5361743" y="5283565"/>
            <a:ext cx="14685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armonyOS Sans Black" panose="00000A00000000000000" pitchFamily="2" charset="0"/>
                <a:ea typeface="+mn-ea"/>
                <a:cs typeface="+mn-cs"/>
              </a:rPr>
              <a:t>2022.3.3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2FFA61D-E3B6-46B5-981C-AAC42850B52C}"/>
              </a:ext>
            </a:extLst>
          </p:cNvPr>
          <p:cNvSpPr txBox="1"/>
          <p:nvPr/>
        </p:nvSpPr>
        <p:spPr>
          <a:xfrm>
            <a:off x="3957317" y="1986536"/>
            <a:ext cx="42773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prstClr val="white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陈小姐，生日快乐</a:t>
            </a:r>
            <a:endParaRPr lang="en-US" altLang="zh-CN" sz="4000" dirty="0">
              <a:solidFill>
                <a:prstClr val="white"/>
              </a:solidFill>
              <a:latin typeface="思源宋体 Heavy" panose="02020900000000000000" pitchFamily="18" charset="-122"/>
              <a:ea typeface="思源宋体 Heavy" panose="02020900000000000000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5934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4" grpId="0"/>
      <p:bldP spid="2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P" val="116.875"/>
  <p:tag name="LEFT" val="-37.71425"/>
  <p:tag name="WIDTH" val="304.3434"/>
  <p:tag name="HEIGHT" val="355.0336"/>
  <p:tag name="SHADOWVISIBLE" val="0"/>
  <p:tag name="LINEVISIBLE" val="0"/>
  <p:tag name="SHAPEREFLECTION" val="-2.147484E+09"/>
  <p:tag name="SHAPEGLOW" val="0"/>
  <p:tag name="SOFTEDGE" val="0"/>
  <p:tag name="SHAPETHREEDVISIBLE" val="1"/>
  <p:tag name="HASTEXT" val="1"/>
  <p:tag name="TEXT" val="“"/>
  <p:tag name="FONTSIZE" val="287"/>
  <p:tag name="FONTCOLOR" val="16753510"/>
  <p:tag name="FONTBOLD" val="0"/>
  <p:tag name="FONTITALIC" val="0"/>
  <p:tag name="FONTNAME" val="思源宋体 Heavy"/>
  <p:tag name="NAMEASCII" val="思源宋体 Heavy"/>
  <p:tag name="NAMECOMPLEXSCRIPT" val="+mn-cs"/>
  <p:tag name="NAMEFAREAST" val="思源宋体 Heavy"/>
  <p:tag name="FONTNAMEASCII" val="思源宋体 Heavy"/>
  <p:tag name="TEXTALIGNMENT" val="1"/>
  <p:tag name="FONTSPACING" val="0"/>
  <p:tag name="SPACEWITHIN" val="1"/>
  <p:tag name="SPACEBEFORE" val="0"/>
  <p:tag name="SPACEAFTER" val="0"/>
  <p:tag name="MARGINBOTTOM" val="3.6"/>
  <p:tag name="MARGINLEFT" val="7.2"/>
  <p:tag name="MARGINRIGHT" val="7.2"/>
  <p:tag name="MARGINTOP" val="3.6"/>
  <p:tag name="LINERULEAFTER" val="0"/>
  <p:tag name="ALIGNMENT" val="1"/>
  <p:tag name="WORDWRAP" val="0"/>
  <p:tag name="AUTOSIZE" val="1"/>
  <p:tag name="TEXTREFLECTION" val="0"/>
  <p:tag name="TEXTGLOW" val="0"/>
  <p:tag name="T_HASTEXT" val="1"/>
  <p:tag name="T_LEFT" val="-37.71425"/>
  <p:tag name="T_TOP" val="116.875"/>
  <p:tag name="T_WIDTH" val="304.3434"/>
  <p:tag name="T_HEIGTH" val="355.0336"/>
  <p:tag name="T_TEXT" val="“"/>
  <p:tag name="T_FONTCOLOR" val="16753510"/>
  <p:tag name="T_FONTNAME" val="思源宋体 Heavy"/>
  <p:tag name="T_FONTNAMEASCII" val="思源宋体 Heavy"/>
  <p:tag name="T_NAMECOMPLEXSCRIPT" val="+mn-cs"/>
  <p:tag name="T_NAMEFAREAST" val="思源宋体 Heavy"/>
  <p:tag name="T_FONTBOLD" val="0"/>
  <p:tag name="T_FONTSIZE" val="287"/>
  <p:tag name="T_FONTUNDERLINE" val="0"/>
  <p:tag name="T_FONTITALIC" val="0"/>
  <p:tag name="T_FONTSPACING" val="0"/>
  <p:tag name="T_MARGINTOP" val="3.6"/>
  <p:tag name="T_MARGINRIGHT" val="7.2"/>
  <p:tag name="T_MARGINBOTTOM" val="3.6"/>
  <p:tag name="T_MARGINLEFT" val="7.2"/>
  <p:tag name="T_TEXTLINEDASHSTYLE" val="-2"/>
  <p:tag name="T_TEXTLINEWEIGHT" val="-2.147484E+09"/>
  <p:tag name="T_TEXTLINEFORECOLOR" val="16777215"/>
  <p:tag name="T_TEXTLINEFILLBACKCOLOR" val="16745779"/>
  <p:tag name="T_TEXTLINEFILLTRANSPARENCY" val="-2.147484E+09"/>
  <p:tag name="T_TEXTALIGNMENT" val="1"/>
  <p:tag name="T_SPACEBEFORE" val="0"/>
  <p:tag name="T_SPACEWITHIN" val="1"/>
  <p:tag name="T_SPACEAFTER" val="0"/>
  <p:tag name="T_LINERULEBEFORE" val="-1"/>
  <p:tag name="T_TEXTREFLECTION" val="0"/>
  <p:tag name="T_TEXTGLOW" val="0"/>
  <p:tag name="OFFSETTOP" val="27.96897"/>
  <p:tag name="OFFSETLEFT" val="153.9772"/>
  <p:tag name="OFFSETWIDTH" val="119.2164"/>
  <p:tag name="OFFSETHEIGHT" val="97.9522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P" val="116.875"/>
  <p:tag name="LEFT" val="-37.71425"/>
  <p:tag name="WIDTH" val="304.3434"/>
  <p:tag name="HEIGHT" val="355.0336"/>
  <p:tag name="SHADOWVISIBLE" val="0"/>
  <p:tag name="LINEVISIBLE" val="0"/>
  <p:tag name="SHAPEREFLECTION" val="-2.147484E+09"/>
  <p:tag name="SHAPEGLOW" val="0"/>
  <p:tag name="SOFTEDGE" val="0"/>
  <p:tag name="SHAPETHREEDVISIBLE" val="1"/>
  <p:tag name="HASTEXT" val="1"/>
  <p:tag name="TEXT" val="“"/>
  <p:tag name="FONTSIZE" val="287"/>
  <p:tag name="FONTCOLOR" val="16753510"/>
  <p:tag name="FONTBOLD" val="0"/>
  <p:tag name="FONTITALIC" val="0"/>
  <p:tag name="FONTNAME" val="思源宋体 Heavy"/>
  <p:tag name="NAMEASCII" val="思源宋体 Heavy"/>
  <p:tag name="NAMECOMPLEXSCRIPT" val="+mn-cs"/>
  <p:tag name="NAMEFAREAST" val="思源宋体 Heavy"/>
  <p:tag name="FONTNAMEASCII" val="思源宋体 Heavy"/>
  <p:tag name="TEXTALIGNMENT" val="1"/>
  <p:tag name="FONTSPACING" val="0"/>
  <p:tag name="SPACEWITHIN" val="1"/>
  <p:tag name="SPACEBEFORE" val="0"/>
  <p:tag name="SPACEAFTER" val="0"/>
  <p:tag name="MARGINBOTTOM" val="3.6"/>
  <p:tag name="MARGINLEFT" val="7.2"/>
  <p:tag name="MARGINRIGHT" val="7.2"/>
  <p:tag name="MARGINTOP" val="3.6"/>
  <p:tag name="LINERULEAFTER" val="0"/>
  <p:tag name="ALIGNMENT" val="1"/>
  <p:tag name="WORDWRAP" val="0"/>
  <p:tag name="AUTOSIZE" val="1"/>
  <p:tag name="TEXTREFLECTION" val="0"/>
  <p:tag name="TEXTGLOW" val="0"/>
  <p:tag name="T_HASTEXT" val="1"/>
  <p:tag name="T_LEFT" val="-37.71425"/>
  <p:tag name="T_TOP" val="116.875"/>
  <p:tag name="T_WIDTH" val="304.3434"/>
  <p:tag name="T_HEIGTH" val="355.0336"/>
  <p:tag name="T_TEXT" val="“"/>
  <p:tag name="T_FONTCOLOR" val="16753510"/>
  <p:tag name="T_FONTNAME" val="思源宋体 Heavy"/>
  <p:tag name="T_FONTNAMEASCII" val="思源宋体 Heavy"/>
  <p:tag name="T_NAMECOMPLEXSCRIPT" val="+mn-cs"/>
  <p:tag name="T_NAMEFAREAST" val="思源宋体 Heavy"/>
  <p:tag name="T_FONTBOLD" val="0"/>
  <p:tag name="T_FONTSIZE" val="287"/>
  <p:tag name="T_FONTUNDERLINE" val="0"/>
  <p:tag name="T_FONTITALIC" val="0"/>
  <p:tag name="T_FONTSPACING" val="0"/>
  <p:tag name="T_MARGINTOP" val="3.6"/>
  <p:tag name="T_MARGINRIGHT" val="7.2"/>
  <p:tag name="T_MARGINBOTTOM" val="3.6"/>
  <p:tag name="T_MARGINLEFT" val="7.2"/>
  <p:tag name="T_TEXTLINEDASHSTYLE" val="-2"/>
  <p:tag name="T_TEXTLINEWEIGHT" val="-2.147484E+09"/>
  <p:tag name="T_TEXTLINEFORECOLOR" val="16777215"/>
  <p:tag name="T_TEXTLINEFILLBACKCOLOR" val="16745779"/>
  <p:tag name="T_TEXTLINEFILLTRANSPARENCY" val="-2.147484E+09"/>
  <p:tag name="T_TEXTALIGNMENT" val="1"/>
  <p:tag name="T_SPACEBEFORE" val="0"/>
  <p:tag name="T_SPACEWITHIN" val="1"/>
  <p:tag name="T_SPACEAFTER" val="0"/>
  <p:tag name="T_LINERULEBEFORE" val="-1"/>
  <p:tag name="T_TEXTREFLECTION" val="0"/>
  <p:tag name="T_TEXTGLOW" val="0"/>
  <p:tag name="OFFSETTOP" val="27.96897"/>
  <p:tag name="OFFSETLEFT" val="153.9772"/>
  <p:tag name="OFFSETWIDTH" val="119.2164"/>
  <p:tag name="OFFSETHEIGHT" val="97.9522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P" val="116.875"/>
  <p:tag name="LEFT" val="-37.71425"/>
  <p:tag name="WIDTH" val="304.3434"/>
  <p:tag name="HEIGHT" val="355.0336"/>
  <p:tag name="SHADOWVISIBLE" val="0"/>
  <p:tag name="LINEVISIBLE" val="0"/>
  <p:tag name="SHAPEREFLECTION" val="-2.147484E+09"/>
  <p:tag name="SHAPEGLOW" val="0"/>
  <p:tag name="SOFTEDGE" val="0"/>
  <p:tag name="SHAPETHREEDVISIBLE" val="1"/>
  <p:tag name="HASTEXT" val="1"/>
  <p:tag name="TEXT" val="“"/>
  <p:tag name="FONTSIZE" val="287"/>
  <p:tag name="FONTCOLOR" val="16753510"/>
  <p:tag name="FONTBOLD" val="0"/>
  <p:tag name="FONTITALIC" val="0"/>
  <p:tag name="FONTNAME" val="思源宋体 Heavy"/>
  <p:tag name="NAMEASCII" val="思源宋体 Heavy"/>
  <p:tag name="NAMECOMPLEXSCRIPT" val="+mn-cs"/>
  <p:tag name="NAMEFAREAST" val="思源宋体 Heavy"/>
  <p:tag name="FONTNAMEASCII" val="思源宋体 Heavy"/>
  <p:tag name="TEXTALIGNMENT" val="1"/>
  <p:tag name="FONTSPACING" val="0"/>
  <p:tag name="SPACEWITHIN" val="1"/>
  <p:tag name="SPACEBEFORE" val="0"/>
  <p:tag name="SPACEAFTER" val="0"/>
  <p:tag name="MARGINBOTTOM" val="3.6"/>
  <p:tag name="MARGINLEFT" val="7.2"/>
  <p:tag name="MARGINRIGHT" val="7.2"/>
  <p:tag name="MARGINTOP" val="3.6"/>
  <p:tag name="LINERULEAFTER" val="0"/>
  <p:tag name="ALIGNMENT" val="1"/>
  <p:tag name="WORDWRAP" val="0"/>
  <p:tag name="AUTOSIZE" val="1"/>
  <p:tag name="TEXTREFLECTION" val="0"/>
  <p:tag name="TEXTGLOW" val="0"/>
  <p:tag name="T_HASTEXT" val="1"/>
  <p:tag name="T_LEFT" val="-37.71425"/>
  <p:tag name="T_TOP" val="116.875"/>
  <p:tag name="T_WIDTH" val="304.3434"/>
  <p:tag name="T_HEIGTH" val="355.0336"/>
  <p:tag name="T_TEXT" val="“"/>
  <p:tag name="T_FONTCOLOR" val="16753510"/>
  <p:tag name="T_FONTNAME" val="思源宋体 Heavy"/>
  <p:tag name="T_FONTNAMEASCII" val="思源宋体 Heavy"/>
  <p:tag name="T_NAMECOMPLEXSCRIPT" val="+mn-cs"/>
  <p:tag name="T_NAMEFAREAST" val="思源宋体 Heavy"/>
  <p:tag name="T_FONTBOLD" val="0"/>
  <p:tag name="T_FONTSIZE" val="287"/>
  <p:tag name="T_FONTUNDERLINE" val="0"/>
  <p:tag name="T_FONTITALIC" val="0"/>
  <p:tag name="T_FONTSPACING" val="0"/>
  <p:tag name="T_MARGINTOP" val="3.6"/>
  <p:tag name="T_MARGINRIGHT" val="7.2"/>
  <p:tag name="T_MARGINBOTTOM" val="3.6"/>
  <p:tag name="T_MARGINLEFT" val="7.2"/>
  <p:tag name="T_TEXTLINEDASHSTYLE" val="-2"/>
  <p:tag name="T_TEXTLINEWEIGHT" val="-2.147484E+09"/>
  <p:tag name="T_TEXTLINEFORECOLOR" val="16777215"/>
  <p:tag name="T_TEXTLINEFILLBACKCOLOR" val="16745779"/>
  <p:tag name="T_TEXTLINEFILLTRANSPARENCY" val="-2.147484E+09"/>
  <p:tag name="T_TEXTALIGNMENT" val="1"/>
  <p:tag name="T_SPACEBEFORE" val="0"/>
  <p:tag name="T_SPACEWITHIN" val="1"/>
  <p:tag name="T_SPACEAFTER" val="0"/>
  <p:tag name="T_LINERULEBEFORE" val="-1"/>
  <p:tag name="T_TEXTREFLECTION" val="0"/>
  <p:tag name="T_TEXTGLOW" val="0"/>
  <p:tag name="OFFSETTOP" val="27.96897"/>
  <p:tag name="OFFSETLEFT" val="153.9772"/>
  <p:tag name="OFFSETWIDTH" val="119.2164"/>
  <p:tag name="OFFSETHEIGHT" val="97.9522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P" val="116.875"/>
  <p:tag name="LEFT" val="-37.71425"/>
  <p:tag name="WIDTH" val="304.3434"/>
  <p:tag name="HEIGHT" val="355.0336"/>
  <p:tag name="SHADOWVISIBLE" val="0"/>
  <p:tag name="LINEVISIBLE" val="0"/>
  <p:tag name="SHAPEREFLECTION" val="-2.147484E+09"/>
  <p:tag name="SHAPEGLOW" val="0"/>
  <p:tag name="SOFTEDGE" val="0"/>
  <p:tag name="SHAPETHREEDVISIBLE" val="1"/>
  <p:tag name="HASTEXT" val="1"/>
  <p:tag name="TEXT" val="“"/>
  <p:tag name="FONTSIZE" val="287"/>
  <p:tag name="FONTCOLOR" val="16753510"/>
  <p:tag name="FONTBOLD" val="0"/>
  <p:tag name="FONTITALIC" val="0"/>
  <p:tag name="FONTNAME" val="思源宋体 Heavy"/>
  <p:tag name="NAMEASCII" val="思源宋体 Heavy"/>
  <p:tag name="NAMECOMPLEXSCRIPT" val="+mn-cs"/>
  <p:tag name="NAMEFAREAST" val="思源宋体 Heavy"/>
  <p:tag name="FONTNAMEASCII" val="思源宋体 Heavy"/>
  <p:tag name="TEXTALIGNMENT" val="1"/>
  <p:tag name="FONTSPACING" val="0"/>
  <p:tag name="SPACEWITHIN" val="1"/>
  <p:tag name="SPACEBEFORE" val="0"/>
  <p:tag name="SPACEAFTER" val="0"/>
  <p:tag name="MARGINBOTTOM" val="3.6"/>
  <p:tag name="MARGINLEFT" val="7.2"/>
  <p:tag name="MARGINRIGHT" val="7.2"/>
  <p:tag name="MARGINTOP" val="3.6"/>
  <p:tag name="LINERULEAFTER" val="0"/>
  <p:tag name="ALIGNMENT" val="1"/>
  <p:tag name="WORDWRAP" val="0"/>
  <p:tag name="AUTOSIZE" val="1"/>
  <p:tag name="TEXTREFLECTION" val="0"/>
  <p:tag name="TEXTGLOW" val="0"/>
  <p:tag name="T_HASTEXT" val="1"/>
  <p:tag name="T_LEFT" val="-37.71425"/>
  <p:tag name="T_TOP" val="116.875"/>
  <p:tag name="T_WIDTH" val="304.3434"/>
  <p:tag name="T_HEIGTH" val="355.0336"/>
  <p:tag name="T_TEXT" val="“"/>
  <p:tag name="T_FONTCOLOR" val="16753510"/>
  <p:tag name="T_FONTNAME" val="思源宋体 Heavy"/>
  <p:tag name="T_FONTNAMEASCII" val="思源宋体 Heavy"/>
  <p:tag name="T_NAMECOMPLEXSCRIPT" val="+mn-cs"/>
  <p:tag name="T_NAMEFAREAST" val="思源宋体 Heavy"/>
  <p:tag name="T_FONTBOLD" val="0"/>
  <p:tag name="T_FONTSIZE" val="287"/>
  <p:tag name="T_FONTUNDERLINE" val="0"/>
  <p:tag name="T_FONTITALIC" val="0"/>
  <p:tag name="T_FONTSPACING" val="0"/>
  <p:tag name="T_MARGINTOP" val="3.6"/>
  <p:tag name="T_MARGINRIGHT" val="7.2"/>
  <p:tag name="T_MARGINBOTTOM" val="3.6"/>
  <p:tag name="T_MARGINLEFT" val="7.2"/>
  <p:tag name="T_TEXTLINEDASHSTYLE" val="-2"/>
  <p:tag name="T_TEXTLINEWEIGHT" val="-2.147484E+09"/>
  <p:tag name="T_TEXTLINEFORECOLOR" val="16777215"/>
  <p:tag name="T_TEXTLINEFILLBACKCOLOR" val="16745779"/>
  <p:tag name="T_TEXTLINEFILLTRANSPARENCY" val="-2.147484E+09"/>
  <p:tag name="T_TEXTALIGNMENT" val="1"/>
  <p:tag name="T_SPACEBEFORE" val="0"/>
  <p:tag name="T_SPACEWITHIN" val="1"/>
  <p:tag name="T_SPACEAFTER" val="0"/>
  <p:tag name="T_LINERULEBEFORE" val="-1"/>
  <p:tag name="T_TEXTREFLECTION" val="0"/>
  <p:tag name="T_TEXTGLOW" val="0"/>
  <p:tag name="OFFSETTOP" val="27.96897"/>
  <p:tag name="OFFSETLEFT" val="153.9772"/>
  <p:tag name="OFFSETWIDTH" val="119.2164"/>
  <p:tag name="OFFSETHEIGHT" val="97.9522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OP" val="116.875"/>
  <p:tag name="LEFT" val="-37.71425"/>
  <p:tag name="WIDTH" val="304.3434"/>
  <p:tag name="HEIGHT" val="355.0336"/>
  <p:tag name="SHADOWVISIBLE" val="0"/>
  <p:tag name="LINEVISIBLE" val="0"/>
  <p:tag name="SHAPEREFLECTION" val="-2.147484E+09"/>
  <p:tag name="SHAPEGLOW" val="0"/>
  <p:tag name="SOFTEDGE" val="0"/>
  <p:tag name="SHAPETHREEDVISIBLE" val="1"/>
  <p:tag name="HASTEXT" val="1"/>
  <p:tag name="TEXT" val="“"/>
  <p:tag name="FONTSIZE" val="287"/>
  <p:tag name="FONTCOLOR" val="16753510"/>
  <p:tag name="FONTBOLD" val="0"/>
  <p:tag name="FONTITALIC" val="0"/>
  <p:tag name="FONTNAME" val="思源宋体 Heavy"/>
  <p:tag name="NAMEASCII" val="思源宋体 Heavy"/>
  <p:tag name="NAMECOMPLEXSCRIPT" val="+mn-cs"/>
  <p:tag name="NAMEFAREAST" val="思源宋体 Heavy"/>
  <p:tag name="FONTNAMEASCII" val="思源宋体 Heavy"/>
  <p:tag name="TEXTALIGNMENT" val="1"/>
  <p:tag name="FONTSPACING" val="0"/>
  <p:tag name="SPACEWITHIN" val="1"/>
  <p:tag name="SPACEBEFORE" val="0"/>
  <p:tag name="SPACEAFTER" val="0"/>
  <p:tag name="MARGINBOTTOM" val="3.6"/>
  <p:tag name="MARGINLEFT" val="7.2"/>
  <p:tag name="MARGINRIGHT" val="7.2"/>
  <p:tag name="MARGINTOP" val="3.6"/>
  <p:tag name="LINERULEAFTER" val="0"/>
  <p:tag name="ALIGNMENT" val="1"/>
  <p:tag name="WORDWRAP" val="0"/>
  <p:tag name="AUTOSIZE" val="1"/>
  <p:tag name="TEXTREFLECTION" val="0"/>
  <p:tag name="TEXTGLOW" val="0"/>
  <p:tag name="T_HASTEXT" val="1"/>
  <p:tag name="T_LEFT" val="-37.71425"/>
  <p:tag name="T_TOP" val="116.875"/>
  <p:tag name="T_WIDTH" val="304.3434"/>
  <p:tag name="T_HEIGTH" val="355.0336"/>
  <p:tag name="T_TEXT" val="“"/>
  <p:tag name="T_FONTCOLOR" val="16753510"/>
  <p:tag name="T_FONTNAME" val="思源宋体 Heavy"/>
  <p:tag name="T_FONTNAMEASCII" val="思源宋体 Heavy"/>
  <p:tag name="T_NAMECOMPLEXSCRIPT" val="+mn-cs"/>
  <p:tag name="T_NAMEFAREAST" val="思源宋体 Heavy"/>
  <p:tag name="T_FONTBOLD" val="0"/>
  <p:tag name="T_FONTSIZE" val="287"/>
  <p:tag name="T_FONTUNDERLINE" val="0"/>
  <p:tag name="T_FONTITALIC" val="0"/>
  <p:tag name="T_FONTSPACING" val="0"/>
  <p:tag name="T_MARGINTOP" val="3.6"/>
  <p:tag name="T_MARGINRIGHT" val="7.2"/>
  <p:tag name="T_MARGINBOTTOM" val="3.6"/>
  <p:tag name="T_MARGINLEFT" val="7.2"/>
  <p:tag name="T_TEXTLINEDASHSTYLE" val="-2"/>
  <p:tag name="T_TEXTLINEWEIGHT" val="-2.147484E+09"/>
  <p:tag name="T_TEXTLINEFORECOLOR" val="16777215"/>
  <p:tag name="T_TEXTLINEFILLBACKCOLOR" val="16745779"/>
  <p:tag name="T_TEXTLINEFILLTRANSPARENCY" val="-2.147484E+09"/>
  <p:tag name="T_TEXTALIGNMENT" val="1"/>
  <p:tag name="T_SPACEBEFORE" val="0"/>
  <p:tag name="T_SPACEWITHIN" val="1"/>
  <p:tag name="T_SPACEAFTER" val="0"/>
  <p:tag name="T_LINERULEBEFORE" val="-1"/>
  <p:tag name="T_TEXTREFLECTION" val="0"/>
  <p:tag name="T_TEXTGLOW" val="0"/>
  <p:tag name="OFFSETTOP" val="27.96897"/>
  <p:tag name="OFFSETLEFT" val="153.9772"/>
  <p:tag name="OFFSETWIDTH" val="119.2164"/>
  <p:tag name="OFFSETHEIGHT" val="97.95229"/>
</p:tagLst>
</file>

<file path=ppt/theme/theme1.xml><?xml version="1.0" encoding="utf-8"?>
<a:theme xmlns:a="http://schemas.openxmlformats.org/drawingml/2006/main" name="Office 主题​​">
  <a:themeElements>
    <a:clrScheme name="自定义 1">
      <a:dk1>
        <a:sysClr val="windowText" lastClr="000000"/>
      </a:dk1>
      <a:lt1>
        <a:sysClr val="window" lastClr="FFFFFF"/>
      </a:lt1>
      <a:dk2>
        <a:srgbClr val="0066FF"/>
      </a:dk2>
      <a:lt2>
        <a:srgbClr val="E7E6E6"/>
      </a:lt2>
      <a:accent1>
        <a:srgbClr val="0066FF"/>
      </a:accent1>
      <a:accent2>
        <a:srgbClr val="FF4F4F"/>
      </a:accent2>
      <a:accent3>
        <a:srgbClr val="FE8634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>
          <a:gsLst>
            <a:gs pos="0">
              <a:schemeClr val="accent1">
                <a:lumMod val="80000"/>
                <a:lumOff val="20000"/>
              </a:schemeClr>
            </a:gs>
            <a:gs pos="100000">
              <a:schemeClr val="accent1"/>
            </a:gs>
          </a:gsLst>
          <a:path path="circle">
            <a:fillToRect r="100000" b="100000"/>
          </a:path>
        </a:gradFill>
        <a:ln>
          <a:noFill/>
        </a:ln>
        <a:effectLst>
          <a:outerShdw blurRad="508000" dist="127000" dir="2700000" sx="95000" sy="95000" algn="tl" rotWithShape="0">
            <a:schemeClr val="accent1">
              <a:lumMod val="50000"/>
              <a:alpha val="20000"/>
            </a:schemeClr>
          </a:outerShdw>
        </a:effec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自定义 1">
      <a:dk1>
        <a:sysClr val="windowText" lastClr="000000"/>
      </a:dk1>
      <a:lt1>
        <a:sysClr val="window" lastClr="FFFFFF"/>
      </a:lt1>
      <a:dk2>
        <a:srgbClr val="0066FF"/>
      </a:dk2>
      <a:lt2>
        <a:srgbClr val="E7E6E6"/>
      </a:lt2>
      <a:accent1>
        <a:srgbClr val="0066FF"/>
      </a:accent1>
      <a:accent2>
        <a:srgbClr val="FF4F4F"/>
      </a:accent2>
      <a:accent3>
        <a:srgbClr val="FE8634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>
          <a:gsLst>
            <a:gs pos="0">
              <a:schemeClr val="accent1">
                <a:lumMod val="80000"/>
                <a:lumOff val="20000"/>
              </a:schemeClr>
            </a:gs>
            <a:gs pos="100000">
              <a:schemeClr val="accent1"/>
            </a:gs>
          </a:gsLst>
          <a:path path="circle">
            <a:fillToRect r="100000" b="100000"/>
          </a:path>
        </a:gradFill>
        <a:ln>
          <a:noFill/>
        </a:ln>
        <a:effectLst>
          <a:outerShdw blurRad="508000" dist="127000" dir="2700000" sx="95000" sy="95000" algn="tl" rotWithShape="0">
            <a:schemeClr val="accent1">
              <a:lumMod val="50000"/>
              <a:alpha val="20000"/>
            </a:schemeClr>
          </a:outerShdw>
        </a:effec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F17B7384B8EF84E8D672DB3C40502B5" ma:contentTypeVersion="11" ma:contentTypeDescription="Create a new document." ma:contentTypeScope="" ma:versionID="8112bc33c8ea5c3bbd9ef95bb2e24416">
  <xsd:schema xmlns:xsd="http://www.w3.org/2001/XMLSchema" xmlns:xs="http://www.w3.org/2001/XMLSchema" xmlns:p="http://schemas.microsoft.com/office/2006/metadata/properties" xmlns:ns3="4dc9548b-8fea-4beb-88aa-386a50f79447" xmlns:ns4="6c585cd6-ae83-4d3a-8431-0798963088b9" targetNamespace="http://schemas.microsoft.com/office/2006/metadata/properties" ma:root="true" ma:fieldsID="7210829591d0288dd5bc764719398bce" ns3:_="" ns4:_="">
    <xsd:import namespace="4dc9548b-8fea-4beb-88aa-386a50f79447"/>
    <xsd:import namespace="6c585cd6-ae83-4d3a-8431-0798963088b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c9548b-8fea-4beb-88aa-386a50f7944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585cd6-ae83-4d3a-8431-0798963088b9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BA37E75-D8EE-4907-A64F-A65D20744CB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AD2D139-E335-438B-B0E7-F1541FE9FFAC}">
  <ds:schemaRefs>
    <ds:schemaRef ds:uri="6c585cd6-ae83-4d3a-8431-0798963088b9"/>
    <ds:schemaRef ds:uri="http://schemas.microsoft.com/office/infopath/2007/PartnerControls"/>
    <ds:schemaRef ds:uri="http://purl.org/dc/elements/1.1/"/>
    <ds:schemaRef ds:uri="4dc9548b-8fea-4beb-88aa-386a50f79447"/>
    <ds:schemaRef ds:uri="http://www.w3.org/XML/1998/namespace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725F43F2-49D0-47A6-8766-EE3DADBCDD03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4dc9548b-8fea-4beb-88aa-386a50f79447"/>
    <ds:schemaRef ds:uri="6c585cd6-ae83-4d3a-8431-0798963088b9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636</TotalTime>
  <Words>265</Words>
  <Application>Microsoft Office PowerPoint</Application>
  <PresentationFormat>宽屏</PresentationFormat>
  <Paragraphs>37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18" baseType="lpstr">
      <vt:lpstr>HarmonyOS Sans Black</vt:lpstr>
      <vt:lpstr>HarmonyOS Sans SC Medium</vt:lpstr>
      <vt:lpstr>等线</vt:lpstr>
      <vt:lpstr>等线 Light</vt:lpstr>
      <vt:lpstr>思源宋体 Heavy</vt:lpstr>
      <vt:lpstr>微软雅黑</vt:lpstr>
      <vt:lpstr>Arial</vt:lpstr>
      <vt:lpstr>Tahoma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lastModifiedBy>皓 王</cp:lastModifiedBy>
  <cp:revision>28</cp:revision>
  <dcterms:created xsi:type="dcterms:W3CDTF">2021-09-09T15:32:45Z</dcterms:created>
  <dcterms:modified xsi:type="dcterms:W3CDTF">2022-02-13T07:26:07Z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0x010100EF17B7384B8EF84E8D672DB3C40502B5</vt:lpwstr>
  </property>
</Properties>
</file>