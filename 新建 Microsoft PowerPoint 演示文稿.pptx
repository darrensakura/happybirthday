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3D1E2-9F07-4B72-9307-F34D1CCE7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E2BB67-DDD3-49EF-BE53-4C161A344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7BC581-1205-4F9C-8031-878C2864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85C-6A97-4B18-BDA9-D5E947BE9BF0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D5CB1B-66ED-4A71-9994-B739C14AB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E37F5A-6C09-4370-BB7F-9B6729CDA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30C3E-C264-4FDE-A84D-A7984A1EB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042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57DF4-9DB9-4013-BBD4-64DA317A7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D9C2A5-1D8B-4019-B155-EA47D3C39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D8ACE-D15E-454D-A605-438058626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85C-6A97-4B18-BDA9-D5E947BE9BF0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19C75-2DC4-4398-97EC-93636F26C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63A481-920F-4E97-99C7-51E2B07C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30C3E-C264-4FDE-A84D-A7984A1EB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36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E252F-AD69-4F10-BDEA-0B2F8A8C8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C4C0B-264C-452F-B850-6E9517AA8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C94372-5119-4263-A685-8591E8874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85C-6A97-4B18-BDA9-D5E947BE9BF0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A6937B-115A-412A-B893-9166E296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EB060-E521-4BC8-93F7-B1373CAD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30C3E-C264-4FDE-A84D-A7984A1EB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238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38A13-ABA0-429C-91F7-CC672DBA8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4B4EA6-0F10-4A62-8D33-E74545AEE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1F236B-1225-4BE5-8B45-0B1513294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640B41-51BC-4286-A44B-66CB738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85C-6A97-4B18-BDA9-D5E947BE9BF0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487A15-BE04-4B52-8FBA-2AAA33DF4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72B87A-9AFC-4912-8FE5-7D6C3538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30C3E-C264-4FDE-A84D-A7984A1EB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70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7A7C9-D003-4281-A1D9-33F0BCE3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9EAECC-4F3B-48BE-82CE-2796EB1D6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A29E00-9B09-4B50-90C5-233162C12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77861F-47A2-4D46-BEB4-A5AF4A127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5210E3-072E-4236-BE81-FF90652D1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95A095-1CCF-49B3-B1CD-494D846C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85C-6A97-4B18-BDA9-D5E947BE9BF0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C7E023-A767-4BC9-A8B3-13CFA2E2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4E88388-46E2-40F7-A444-1CE8943A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30C3E-C264-4FDE-A84D-A7984A1EB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819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9225D-3D7A-4A11-8824-699E90D1A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75C246-7D87-41DB-A068-424DFAA4E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85C-6A97-4B18-BDA9-D5E947BE9BF0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427AC5-E796-4288-9EBD-7EC30F2BB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383B80-E691-4441-BFE6-3276863CF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30C3E-C264-4FDE-A84D-A7984A1EB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549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FBFB65-7513-4E25-87F3-443B94425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85C-6A97-4B18-BDA9-D5E947BE9BF0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647CB0-E2EF-459A-B1A8-4C9940ED9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E8B898-6DCF-4510-B0C3-D3B72466A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30C3E-C264-4FDE-A84D-A7984A1EB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709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F4507-DCF6-4DAB-B299-1BFF8B73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6026EF-3BAA-4313-A2AC-9BC89EA7A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74F05E-169C-41D4-A001-34CA8576B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8D5559-6773-4C0D-B3E5-FADD3AEA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85C-6A97-4B18-BDA9-D5E947BE9BF0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C26D0B-028B-46F2-9CFE-A6A06E9E3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9118AA-7E85-4EB0-827B-48767929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30C3E-C264-4FDE-A84D-A7984A1EB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18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BB269-ECF0-4B28-9E97-E56D72C1E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A29D21-5267-4C1E-A0CF-B1B7C24C8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581912-8A70-4B0A-94DA-F1F484E89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80255C-0BE1-4E59-A0E6-ECC2B0355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85C-6A97-4B18-BDA9-D5E947BE9BF0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F453B0-CB82-4278-A3CD-0BFAF6EF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4C4089-6BFF-4071-BF9E-A6E08805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30C3E-C264-4FDE-A84D-A7984A1EB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4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81F57-3931-4652-921F-3AFB4B84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8C192D-82B3-455A-9FF8-5F7E50949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E258F-853D-4FCD-860B-AF6A8D484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85C-6A97-4B18-BDA9-D5E947BE9BF0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111712-B8FD-43EA-9D32-1988E74F7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AACFF0-1D0A-4E5E-9EDF-9205D07D1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30C3E-C264-4FDE-A84D-A7984A1EB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43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5CF07B-7FDA-446B-A350-C87D91462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387E24-FE59-4252-8ACA-AFA06BC34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EC7130-EF30-4A5C-B11B-CC0EB9CB8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85C-6A97-4B18-BDA9-D5E947BE9BF0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C0329E-FEA0-48A3-AF7D-7741F096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AFB198-2D6B-4588-A042-078D32DCC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30C3E-C264-4FDE-A84D-A7984A1EB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58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E95FB4-9A6F-4A17-83D7-1EE009054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A6B9E8-D2EB-4248-B54F-502FFCB9A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9D23FE-2400-49F0-83D2-909060F7F6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7C85C-6A97-4B18-BDA9-D5E947BE9BF0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87DFCB-F0C3-4072-B68D-A0C3888E4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224EDC-C01C-4C23-8836-03450F36D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30C3E-C264-4FDE-A84D-A7984A1EB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73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426A2-C9A6-41E9-BEE2-3B02D89052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egabbzd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3CB72A-5DEC-4C11-A84D-7525000EDB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106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egabbzd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egabbzd</dc:title>
  <dc:creator>皓 王</dc:creator>
  <cp:lastModifiedBy>皓 王</cp:lastModifiedBy>
  <cp:revision>1</cp:revision>
  <dcterms:created xsi:type="dcterms:W3CDTF">2022-02-13T01:54:19Z</dcterms:created>
  <dcterms:modified xsi:type="dcterms:W3CDTF">2022-02-13T01:54:30Z</dcterms:modified>
</cp:coreProperties>
</file>